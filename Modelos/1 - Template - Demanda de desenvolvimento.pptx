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03" r:id="rId5"/>
  </p:sldMasterIdLst>
  <p:notesMasterIdLst>
    <p:notesMasterId r:id="rId8"/>
  </p:notesMasterIdLst>
  <p:handoutMasterIdLst>
    <p:handoutMasterId r:id="rId9"/>
  </p:handoutMasterIdLst>
  <p:sldIdLst>
    <p:sldId id="2147480698" r:id="rId6"/>
    <p:sldId id="314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57B2924-D6A3-DA66-8289-7F625DE4A420}" name="Danielle Duarte Ceccato Bagatin" initials="DDCB" userId="S::danielle.ceccato@getnet.com.br::8f344964-1266-44b5-8f1a-2e3fb96a48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B3BC"/>
    <a:srgbClr val="D8EEF3"/>
    <a:srgbClr val="F5F5F5"/>
    <a:srgbClr val="323232"/>
    <a:srgbClr val="9E3667"/>
    <a:srgbClr val="9BC3D2"/>
    <a:srgbClr val="575756"/>
    <a:srgbClr val="EA0007"/>
    <a:srgbClr val="3366FF"/>
    <a:srgbClr val="FF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5DB561-9849-4773-85D5-BADCF90F9BFD}" v="1" dt="2026-09-21T22:23:39.9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70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9" d="100"/>
        <a:sy n="39" d="100"/>
      </p:scale>
      <p:origin x="0" y="0"/>
    </p:cViewPr>
  </p:sorterViewPr>
  <p:notesViewPr>
    <p:cSldViewPr snapToGrid="0">
      <p:cViewPr>
        <p:scale>
          <a:sx n="172" d="100"/>
          <a:sy n="172" d="100"/>
        </p:scale>
        <p:origin x="336" y="-34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José da Silva" userId="062feea2-0652-4d8a-96fd-90394b38d804" providerId="ADAL" clId="{E16FE515-6086-4874-96E9-37E6386D1A29}"/>
    <pc:docChg chg="modSld">
      <pc:chgData name="Antonio José da Silva" userId="062feea2-0652-4d8a-96fd-90394b38d804" providerId="ADAL" clId="{E16FE515-6086-4874-96E9-37E6386D1A29}" dt="2026-09-21T22:23:39.902" v="0"/>
      <pc:docMkLst>
        <pc:docMk/>
      </pc:docMkLst>
      <pc:sldChg chg="modSp">
        <pc:chgData name="Antonio José da Silva" userId="062feea2-0652-4d8a-96fd-90394b38d804" providerId="ADAL" clId="{E16FE515-6086-4874-96E9-37E6386D1A29}" dt="2026-09-21T22:23:39.902" v="0"/>
        <pc:sldMkLst>
          <pc:docMk/>
          <pc:sldMk cId="872141153" sldId="2147480698"/>
        </pc:sldMkLst>
        <pc:spChg chg="mod">
          <ac:chgData name="Antonio José da Silva" userId="062feea2-0652-4d8a-96fd-90394b38d804" providerId="ADAL" clId="{E16FE515-6086-4874-96E9-37E6386D1A29}" dt="2026-09-21T22:23:39.902" v="0"/>
          <ac:spMkLst>
            <pc:docMk/>
            <pc:sldMk cId="872141153" sldId="2147480698"/>
            <ac:spMk id="20" creationId="{3E15CE93-BC25-9E22-5F34-BDEC2D9A255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AB455E5-B9D8-89F3-13E6-818EA4801B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26D6895-04CA-4F04-7584-913E4F5589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1E5CF-0BB7-46CC-9586-45A8022B5FD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6BF59F-66ED-0D92-FBE2-10271A69E8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752D45E-951C-2C72-66B6-4524C6AF10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C5D96-6A4E-4B76-9A1B-8C8C8FFC5A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6678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531049-41F2-49C5-B7CE-C18DE592877E}" type="datetimeFigureOut">
              <a:rPr lang="es-ES" smtClean="0"/>
              <a:t>23/09/2026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9C24C-ED22-4240-A89F-81B6F2640A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8122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rtada_endoso dist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Marcador de posición de imagen 38">
            <a:extLst>
              <a:ext uri="{FF2B5EF4-FFF2-40B4-BE49-F238E27FC236}">
                <a16:creationId xmlns:a16="http://schemas.microsoft.com/office/drawing/2014/main" id="{AB407466-AE56-4A2B-047C-F8ED32BDA38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48163" y="457200"/>
            <a:ext cx="7450135" cy="6022872"/>
          </a:xfrm>
          <a:custGeom>
            <a:avLst/>
            <a:gdLst>
              <a:gd name="connsiteX0" fmla="*/ 0 w 7450135"/>
              <a:gd name="connsiteY0" fmla="*/ 0 h 6022872"/>
              <a:gd name="connsiteX1" fmla="*/ 7450135 w 7450135"/>
              <a:gd name="connsiteY1" fmla="*/ 0 h 6022872"/>
              <a:gd name="connsiteX2" fmla="*/ 7450135 w 7450135"/>
              <a:gd name="connsiteY2" fmla="*/ 4301394 h 6022872"/>
              <a:gd name="connsiteX3" fmla="*/ 5578964 w 7450135"/>
              <a:gd name="connsiteY3" fmla="*/ 6022872 h 6022872"/>
              <a:gd name="connsiteX4" fmla="*/ 0 w 7450135"/>
              <a:gd name="connsiteY4" fmla="*/ 6022872 h 6022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50135" h="6022872">
                <a:moveTo>
                  <a:pt x="0" y="0"/>
                </a:moveTo>
                <a:lnTo>
                  <a:pt x="7450135" y="0"/>
                </a:lnTo>
                <a:lnTo>
                  <a:pt x="7450135" y="4301394"/>
                </a:lnTo>
                <a:lnTo>
                  <a:pt x="5578964" y="6022872"/>
                </a:lnTo>
                <a:lnTo>
                  <a:pt x="0" y="6022872"/>
                </a:lnTo>
                <a:close/>
              </a:path>
            </a:pathLst>
          </a:custGeom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B6E3C17C-7450-B5C7-FD4F-B1F8EDDBC06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3469" y="1811162"/>
            <a:ext cx="3490511" cy="33671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4400" b="1" kern="1200" dirty="0" smtClean="0">
                <a:solidFill>
                  <a:srgbClr val="7B7B7B"/>
                </a:solidFill>
                <a:latin typeface="Santander Headline"/>
                <a:ea typeface="+mn-ea"/>
                <a:cs typeface="Santander Headline"/>
              </a:defRPr>
            </a:lvl1pPr>
            <a:lvl2pPr marL="457200" indent="0">
              <a:buNone/>
              <a:defRPr lang="es-ES" sz="4400" b="1" kern="1200" dirty="0" smtClean="0">
                <a:solidFill>
                  <a:srgbClr val="7B7B7B"/>
                </a:solidFill>
                <a:latin typeface="Santander Headline"/>
                <a:ea typeface="+mn-ea"/>
                <a:cs typeface="Santander Headline"/>
              </a:defRPr>
            </a:lvl2pPr>
            <a:lvl3pPr marL="914400" indent="0">
              <a:buNone/>
              <a:defRPr lang="es-ES" sz="4400" b="1" kern="1200" dirty="0" smtClean="0">
                <a:solidFill>
                  <a:srgbClr val="7B7B7B"/>
                </a:solidFill>
                <a:latin typeface="Santander Headline"/>
                <a:ea typeface="+mn-ea"/>
                <a:cs typeface="Santander Headline"/>
              </a:defRPr>
            </a:lvl3pPr>
            <a:lvl4pPr marL="1371600" indent="0">
              <a:buNone/>
              <a:defRPr lang="es-ES" sz="4400" b="1" kern="1200" dirty="0" smtClean="0">
                <a:solidFill>
                  <a:srgbClr val="7B7B7B"/>
                </a:solidFill>
                <a:latin typeface="Santander Headline"/>
                <a:ea typeface="+mn-ea"/>
                <a:cs typeface="Santander Headline"/>
              </a:defRPr>
            </a:lvl4pPr>
            <a:lvl5pPr marL="1828800" indent="0">
              <a:buNone/>
              <a:defRPr lang="en-GB" sz="4400" b="1" kern="1200" dirty="0">
                <a:solidFill>
                  <a:srgbClr val="7B7B7B"/>
                </a:solidFill>
                <a:latin typeface="Santander Headline"/>
                <a:ea typeface="+mn-ea"/>
                <a:cs typeface="Santander Headline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8C61195-C278-DC97-6180-F0659B4BE684}"/>
              </a:ext>
            </a:extLst>
          </p:cNvPr>
          <p:cNvGrpSpPr/>
          <p:nvPr userDrawn="1"/>
        </p:nvGrpSpPr>
        <p:grpSpPr>
          <a:xfrm>
            <a:off x="11064240" y="5745904"/>
            <a:ext cx="734168" cy="734168"/>
            <a:chOff x="18377262" y="9517176"/>
            <a:chExt cx="1183203" cy="1183202"/>
          </a:xfrm>
          <a:solidFill>
            <a:srgbClr val="323232"/>
          </a:solidFill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5BC06FFF-CB37-84BA-8D95-0BE3FC792216}"/>
                </a:ext>
              </a:extLst>
            </p:cNvPr>
            <p:cNvSpPr/>
            <p:nvPr/>
          </p:nvSpPr>
          <p:spPr>
            <a:xfrm>
              <a:off x="19323611" y="10463524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07320A34-0B95-B22E-6560-D73542EC82DA}"/>
                </a:ext>
              </a:extLst>
            </p:cNvPr>
            <p:cNvSpPr/>
            <p:nvPr/>
          </p:nvSpPr>
          <p:spPr>
            <a:xfrm>
              <a:off x="19323611" y="9990355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FAD568DF-D257-FFC5-098A-AD8388C217DE}"/>
                </a:ext>
              </a:extLst>
            </p:cNvPr>
            <p:cNvSpPr/>
            <p:nvPr/>
          </p:nvSpPr>
          <p:spPr>
            <a:xfrm>
              <a:off x="18850430" y="9517176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9C46B56F-3F46-B965-F720-D6FEE2BFE917}"/>
                </a:ext>
              </a:extLst>
            </p:cNvPr>
            <p:cNvSpPr/>
            <p:nvPr/>
          </p:nvSpPr>
          <p:spPr>
            <a:xfrm>
              <a:off x="18377262" y="10463524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9">
              <a:extLst>
                <a:ext uri="{FF2B5EF4-FFF2-40B4-BE49-F238E27FC236}">
                  <a16:creationId xmlns:a16="http://schemas.microsoft.com/office/drawing/2014/main" id="{4362FB4A-4F03-EB6F-C208-818E349753F7}"/>
                </a:ext>
              </a:extLst>
            </p:cNvPr>
            <p:cNvSpPr/>
            <p:nvPr/>
          </p:nvSpPr>
          <p:spPr>
            <a:xfrm>
              <a:off x="18850430" y="9990355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0">
              <a:extLst>
                <a:ext uri="{FF2B5EF4-FFF2-40B4-BE49-F238E27FC236}">
                  <a16:creationId xmlns:a16="http://schemas.microsoft.com/office/drawing/2014/main" id="{F554D0AB-ACEF-0BED-7436-AB14B33855EB}"/>
                </a:ext>
              </a:extLst>
            </p:cNvPr>
            <p:cNvSpPr/>
            <p:nvPr/>
          </p:nvSpPr>
          <p:spPr>
            <a:xfrm>
              <a:off x="19323611" y="9517176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6B754F5C-0639-A56E-1354-9DD7947594F3}"/>
                </a:ext>
              </a:extLst>
            </p:cNvPr>
            <p:cNvSpPr/>
            <p:nvPr/>
          </p:nvSpPr>
          <p:spPr>
            <a:xfrm>
              <a:off x="18377262" y="9990355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B7ADA801-A354-8FC2-413C-18CB88A46FF6}"/>
                </a:ext>
              </a:extLst>
            </p:cNvPr>
            <p:cNvSpPr/>
            <p:nvPr/>
          </p:nvSpPr>
          <p:spPr>
            <a:xfrm>
              <a:off x="18377262" y="9517176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4D1F4171-3E76-2150-0851-1DAD21D4631A}"/>
                </a:ext>
              </a:extLst>
            </p:cNvPr>
            <p:cNvSpPr/>
            <p:nvPr/>
          </p:nvSpPr>
          <p:spPr>
            <a:xfrm>
              <a:off x="18850430" y="10463524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EC80684A-FBF6-008B-E5F2-33E0161B9C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13469" y="5401790"/>
            <a:ext cx="3502894" cy="441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s-ES" sz="1100" kern="1200" dirty="0" smtClean="0">
                <a:solidFill>
                  <a:srgbClr val="7B7B7B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buNone/>
              <a:defRPr lang="es-ES" sz="1100" kern="1200" dirty="0" smtClean="0">
                <a:solidFill>
                  <a:srgbClr val="7B7B7B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buNone/>
              <a:defRPr lang="es-ES" sz="1100" kern="1200" dirty="0" smtClean="0">
                <a:solidFill>
                  <a:srgbClr val="7B7B7B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buNone/>
              <a:defRPr lang="es-ES" sz="1100" kern="1200" dirty="0" smtClean="0">
                <a:solidFill>
                  <a:srgbClr val="7B7B7B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buNone/>
              <a:defRPr lang="en-GB" sz="1100" kern="1200" dirty="0">
                <a:solidFill>
                  <a:srgbClr val="7B7B7B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CA8FECB7-CD7E-D7DC-A1A3-DF207D43EC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3702" y="457201"/>
            <a:ext cx="1579953" cy="35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5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" userDrawn="1">
          <p15:clr>
            <a:srgbClr val="FBAE40"/>
          </p15:clr>
        </p15:guide>
        <p15:guide id="2" pos="7340" userDrawn="1">
          <p15:clr>
            <a:srgbClr val="FBAE40"/>
          </p15:clr>
        </p15:guide>
        <p15:guide id="3" orient="horz" pos="3980" userDrawn="1">
          <p15:clr>
            <a:srgbClr val="FBAE40"/>
          </p15:clr>
        </p15:guide>
        <p15:guide id="5" pos="34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Portada_endoso dist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33">
            <a:extLst>
              <a:ext uri="{FF2B5EF4-FFF2-40B4-BE49-F238E27FC236}">
                <a16:creationId xmlns:a16="http://schemas.microsoft.com/office/drawing/2014/main" id="{BD2D3FFE-CD30-3686-479D-03C91767670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68850" y="441157"/>
            <a:ext cx="6101422" cy="6027225"/>
          </a:xfrm>
          <a:custGeom>
            <a:avLst/>
            <a:gdLst>
              <a:gd name="connsiteX0" fmla="*/ 3543296 w 5083171"/>
              <a:gd name="connsiteY0" fmla="*/ 3481863 h 5022663"/>
              <a:gd name="connsiteX1" fmla="*/ 5083171 w 5083171"/>
              <a:gd name="connsiteY1" fmla="*/ 3481863 h 5022663"/>
              <a:gd name="connsiteX2" fmla="*/ 5083171 w 5083171"/>
              <a:gd name="connsiteY2" fmla="*/ 4084499 h 5022663"/>
              <a:gd name="connsiteX3" fmla="*/ 4134223 w 5083171"/>
              <a:gd name="connsiteY3" fmla="*/ 5022663 h 5022663"/>
              <a:gd name="connsiteX4" fmla="*/ 3543296 w 5083171"/>
              <a:gd name="connsiteY4" fmla="*/ 5022663 h 5022663"/>
              <a:gd name="connsiteX5" fmla="*/ 1771648 w 5083171"/>
              <a:gd name="connsiteY5" fmla="*/ 3481863 h 5022663"/>
              <a:gd name="connsiteX6" fmla="*/ 3311523 w 5083171"/>
              <a:gd name="connsiteY6" fmla="*/ 3481863 h 5022663"/>
              <a:gd name="connsiteX7" fmla="*/ 3311523 w 5083171"/>
              <a:gd name="connsiteY7" fmla="*/ 5022663 h 5022663"/>
              <a:gd name="connsiteX8" fmla="*/ 1771648 w 5083171"/>
              <a:gd name="connsiteY8" fmla="*/ 5022663 h 5022663"/>
              <a:gd name="connsiteX9" fmla="*/ 0 w 5083171"/>
              <a:gd name="connsiteY9" fmla="*/ 3481863 h 5022663"/>
              <a:gd name="connsiteX10" fmla="*/ 1539875 w 5083171"/>
              <a:gd name="connsiteY10" fmla="*/ 3481863 h 5022663"/>
              <a:gd name="connsiteX11" fmla="*/ 1539875 w 5083171"/>
              <a:gd name="connsiteY11" fmla="*/ 5022663 h 5022663"/>
              <a:gd name="connsiteX12" fmla="*/ 0 w 5083171"/>
              <a:gd name="connsiteY12" fmla="*/ 5022663 h 5022663"/>
              <a:gd name="connsiteX13" fmla="*/ 3543296 w 5083171"/>
              <a:gd name="connsiteY13" fmla="*/ 1740931 h 5022663"/>
              <a:gd name="connsiteX14" fmla="*/ 5083171 w 5083171"/>
              <a:gd name="connsiteY14" fmla="*/ 1740931 h 5022663"/>
              <a:gd name="connsiteX15" fmla="*/ 5083171 w 5083171"/>
              <a:gd name="connsiteY15" fmla="*/ 3281731 h 5022663"/>
              <a:gd name="connsiteX16" fmla="*/ 3543296 w 5083171"/>
              <a:gd name="connsiteY16" fmla="*/ 3281731 h 5022663"/>
              <a:gd name="connsiteX17" fmla="*/ 1771648 w 5083171"/>
              <a:gd name="connsiteY17" fmla="*/ 1740931 h 5022663"/>
              <a:gd name="connsiteX18" fmla="*/ 3311523 w 5083171"/>
              <a:gd name="connsiteY18" fmla="*/ 1740931 h 5022663"/>
              <a:gd name="connsiteX19" fmla="*/ 3311523 w 5083171"/>
              <a:gd name="connsiteY19" fmla="*/ 3281731 h 5022663"/>
              <a:gd name="connsiteX20" fmla="*/ 1771648 w 5083171"/>
              <a:gd name="connsiteY20" fmla="*/ 3281731 h 5022663"/>
              <a:gd name="connsiteX21" fmla="*/ 0 w 5083171"/>
              <a:gd name="connsiteY21" fmla="*/ 1740931 h 5022663"/>
              <a:gd name="connsiteX22" fmla="*/ 1539876 w 5083171"/>
              <a:gd name="connsiteY22" fmla="*/ 1740931 h 5022663"/>
              <a:gd name="connsiteX23" fmla="*/ 1539876 w 5083171"/>
              <a:gd name="connsiteY23" fmla="*/ 3281731 h 5022663"/>
              <a:gd name="connsiteX24" fmla="*/ 0 w 5083171"/>
              <a:gd name="connsiteY24" fmla="*/ 3281731 h 5022663"/>
              <a:gd name="connsiteX25" fmla="*/ 3543296 w 5083171"/>
              <a:gd name="connsiteY25" fmla="*/ 0 h 5022663"/>
              <a:gd name="connsiteX26" fmla="*/ 5083171 w 5083171"/>
              <a:gd name="connsiteY26" fmla="*/ 0 h 5022663"/>
              <a:gd name="connsiteX27" fmla="*/ 5083171 w 5083171"/>
              <a:gd name="connsiteY27" fmla="*/ 1540800 h 5022663"/>
              <a:gd name="connsiteX28" fmla="*/ 3543296 w 5083171"/>
              <a:gd name="connsiteY28" fmla="*/ 1540800 h 5022663"/>
              <a:gd name="connsiteX29" fmla="*/ 1771648 w 5083171"/>
              <a:gd name="connsiteY29" fmla="*/ 0 h 5022663"/>
              <a:gd name="connsiteX30" fmla="*/ 3311523 w 5083171"/>
              <a:gd name="connsiteY30" fmla="*/ 0 h 5022663"/>
              <a:gd name="connsiteX31" fmla="*/ 3311523 w 5083171"/>
              <a:gd name="connsiteY31" fmla="*/ 1540800 h 5022663"/>
              <a:gd name="connsiteX32" fmla="*/ 1771648 w 5083171"/>
              <a:gd name="connsiteY32" fmla="*/ 1540800 h 5022663"/>
              <a:gd name="connsiteX33" fmla="*/ 1 w 5083171"/>
              <a:gd name="connsiteY33" fmla="*/ 0 h 5022663"/>
              <a:gd name="connsiteX34" fmla="*/ 1539876 w 5083171"/>
              <a:gd name="connsiteY34" fmla="*/ 0 h 5022663"/>
              <a:gd name="connsiteX35" fmla="*/ 1539876 w 5083171"/>
              <a:gd name="connsiteY35" fmla="*/ 1540800 h 5022663"/>
              <a:gd name="connsiteX36" fmla="*/ 1 w 5083171"/>
              <a:gd name="connsiteY36" fmla="*/ 1540800 h 5022663"/>
              <a:gd name="connsiteX0" fmla="*/ 3543296 w 5123282"/>
              <a:gd name="connsiteY0" fmla="*/ 3481863 h 5033797"/>
              <a:gd name="connsiteX1" fmla="*/ 5083171 w 5123282"/>
              <a:gd name="connsiteY1" fmla="*/ 3481863 h 5033797"/>
              <a:gd name="connsiteX2" fmla="*/ 5123282 w 5123282"/>
              <a:gd name="connsiteY2" fmla="*/ 5033797 h 5033797"/>
              <a:gd name="connsiteX3" fmla="*/ 4134223 w 5123282"/>
              <a:gd name="connsiteY3" fmla="*/ 5022663 h 5033797"/>
              <a:gd name="connsiteX4" fmla="*/ 3543296 w 5123282"/>
              <a:gd name="connsiteY4" fmla="*/ 5022663 h 5033797"/>
              <a:gd name="connsiteX5" fmla="*/ 3543296 w 5123282"/>
              <a:gd name="connsiteY5" fmla="*/ 3481863 h 5033797"/>
              <a:gd name="connsiteX6" fmla="*/ 1771648 w 5123282"/>
              <a:gd name="connsiteY6" fmla="*/ 3481863 h 5033797"/>
              <a:gd name="connsiteX7" fmla="*/ 3311523 w 5123282"/>
              <a:gd name="connsiteY7" fmla="*/ 3481863 h 5033797"/>
              <a:gd name="connsiteX8" fmla="*/ 3311523 w 5123282"/>
              <a:gd name="connsiteY8" fmla="*/ 5022663 h 5033797"/>
              <a:gd name="connsiteX9" fmla="*/ 1771648 w 5123282"/>
              <a:gd name="connsiteY9" fmla="*/ 5022663 h 5033797"/>
              <a:gd name="connsiteX10" fmla="*/ 1771648 w 5123282"/>
              <a:gd name="connsiteY10" fmla="*/ 3481863 h 5033797"/>
              <a:gd name="connsiteX11" fmla="*/ 0 w 5123282"/>
              <a:gd name="connsiteY11" fmla="*/ 3481863 h 5033797"/>
              <a:gd name="connsiteX12" fmla="*/ 1539875 w 5123282"/>
              <a:gd name="connsiteY12" fmla="*/ 3481863 h 5033797"/>
              <a:gd name="connsiteX13" fmla="*/ 1539875 w 5123282"/>
              <a:gd name="connsiteY13" fmla="*/ 5022663 h 5033797"/>
              <a:gd name="connsiteX14" fmla="*/ 0 w 5123282"/>
              <a:gd name="connsiteY14" fmla="*/ 5022663 h 5033797"/>
              <a:gd name="connsiteX15" fmla="*/ 0 w 5123282"/>
              <a:gd name="connsiteY15" fmla="*/ 3481863 h 5033797"/>
              <a:gd name="connsiteX16" fmla="*/ 3543296 w 5123282"/>
              <a:gd name="connsiteY16" fmla="*/ 1740931 h 5033797"/>
              <a:gd name="connsiteX17" fmla="*/ 5083171 w 5123282"/>
              <a:gd name="connsiteY17" fmla="*/ 1740931 h 5033797"/>
              <a:gd name="connsiteX18" fmla="*/ 5083171 w 5123282"/>
              <a:gd name="connsiteY18" fmla="*/ 3281731 h 5033797"/>
              <a:gd name="connsiteX19" fmla="*/ 3543296 w 5123282"/>
              <a:gd name="connsiteY19" fmla="*/ 3281731 h 5033797"/>
              <a:gd name="connsiteX20" fmla="*/ 3543296 w 5123282"/>
              <a:gd name="connsiteY20" fmla="*/ 1740931 h 5033797"/>
              <a:gd name="connsiteX21" fmla="*/ 1771648 w 5123282"/>
              <a:gd name="connsiteY21" fmla="*/ 1740931 h 5033797"/>
              <a:gd name="connsiteX22" fmla="*/ 3311523 w 5123282"/>
              <a:gd name="connsiteY22" fmla="*/ 1740931 h 5033797"/>
              <a:gd name="connsiteX23" fmla="*/ 3311523 w 5123282"/>
              <a:gd name="connsiteY23" fmla="*/ 3281731 h 5033797"/>
              <a:gd name="connsiteX24" fmla="*/ 1771648 w 5123282"/>
              <a:gd name="connsiteY24" fmla="*/ 3281731 h 5033797"/>
              <a:gd name="connsiteX25" fmla="*/ 1771648 w 5123282"/>
              <a:gd name="connsiteY25" fmla="*/ 1740931 h 5033797"/>
              <a:gd name="connsiteX26" fmla="*/ 0 w 5123282"/>
              <a:gd name="connsiteY26" fmla="*/ 1740931 h 5033797"/>
              <a:gd name="connsiteX27" fmla="*/ 1539876 w 5123282"/>
              <a:gd name="connsiteY27" fmla="*/ 1740931 h 5033797"/>
              <a:gd name="connsiteX28" fmla="*/ 1539876 w 5123282"/>
              <a:gd name="connsiteY28" fmla="*/ 3281731 h 5033797"/>
              <a:gd name="connsiteX29" fmla="*/ 0 w 5123282"/>
              <a:gd name="connsiteY29" fmla="*/ 3281731 h 5033797"/>
              <a:gd name="connsiteX30" fmla="*/ 0 w 5123282"/>
              <a:gd name="connsiteY30" fmla="*/ 1740931 h 5033797"/>
              <a:gd name="connsiteX31" fmla="*/ 3543296 w 5123282"/>
              <a:gd name="connsiteY31" fmla="*/ 0 h 5033797"/>
              <a:gd name="connsiteX32" fmla="*/ 5083171 w 5123282"/>
              <a:gd name="connsiteY32" fmla="*/ 0 h 5033797"/>
              <a:gd name="connsiteX33" fmla="*/ 5083171 w 5123282"/>
              <a:gd name="connsiteY33" fmla="*/ 1540800 h 5033797"/>
              <a:gd name="connsiteX34" fmla="*/ 3543296 w 5123282"/>
              <a:gd name="connsiteY34" fmla="*/ 1540800 h 5033797"/>
              <a:gd name="connsiteX35" fmla="*/ 3543296 w 5123282"/>
              <a:gd name="connsiteY35" fmla="*/ 0 h 5033797"/>
              <a:gd name="connsiteX36" fmla="*/ 1771648 w 5123282"/>
              <a:gd name="connsiteY36" fmla="*/ 0 h 5033797"/>
              <a:gd name="connsiteX37" fmla="*/ 3311523 w 5123282"/>
              <a:gd name="connsiteY37" fmla="*/ 0 h 5033797"/>
              <a:gd name="connsiteX38" fmla="*/ 3311523 w 5123282"/>
              <a:gd name="connsiteY38" fmla="*/ 1540800 h 5033797"/>
              <a:gd name="connsiteX39" fmla="*/ 1771648 w 5123282"/>
              <a:gd name="connsiteY39" fmla="*/ 1540800 h 5033797"/>
              <a:gd name="connsiteX40" fmla="*/ 1771648 w 5123282"/>
              <a:gd name="connsiteY40" fmla="*/ 0 h 5033797"/>
              <a:gd name="connsiteX41" fmla="*/ 1 w 5123282"/>
              <a:gd name="connsiteY41" fmla="*/ 0 h 5033797"/>
              <a:gd name="connsiteX42" fmla="*/ 1539876 w 5123282"/>
              <a:gd name="connsiteY42" fmla="*/ 0 h 5033797"/>
              <a:gd name="connsiteX43" fmla="*/ 1539876 w 5123282"/>
              <a:gd name="connsiteY43" fmla="*/ 1540800 h 5033797"/>
              <a:gd name="connsiteX44" fmla="*/ 1 w 5123282"/>
              <a:gd name="connsiteY44" fmla="*/ 1540800 h 5033797"/>
              <a:gd name="connsiteX45" fmla="*/ 1 w 5123282"/>
              <a:gd name="connsiteY45" fmla="*/ 0 h 5033797"/>
              <a:gd name="connsiteX0" fmla="*/ 3543296 w 5097592"/>
              <a:gd name="connsiteY0" fmla="*/ 3481863 h 5025234"/>
              <a:gd name="connsiteX1" fmla="*/ 5083171 w 5097592"/>
              <a:gd name="connsiteY1" fmla="*/ 3481863 h 5025234"/>
              <a:gd name="connsiteX2" fmla="*/ 5097592 w 5097592"/>
              <a:gd name="connsiteY2" fmla="*/ 5025234 h 5025234"/>
              <a:gd name="connsiteX3" fmla="*/ 4134223 w 5097592"/>
              <a:gd name="connsiteY3" fmla="*/ 5022663 h 5025234"/>
              <a:gd name="connsiteX4" fmla="*/ 3543296 w 5097592"/>
              <a:gd name="connsiteY4" fmla="*/ 5022663 h 5025234"/>
              <a:gd name="connsiteX5" fmla="*/ 3543296 w 5097592"/>
              <a:gd name="connsiteY5" fmla="*/ 3481863 h 5025234"/>
              <a:gd name="connsiteX6" fmla="*/ 1771648 w 5097592"/>
              <a:gd name="connsiteY6" fmla="*/ 3481863 h 5025234"/>
              <a:gd name="connsiteX7" fmla="*/ 3311523 w 5097592"/>
              <a:gd name="connsiteY7" fmla="*/ 3481863 h 5025234"/>
              <a:gd name="connsiteX8" fmla="*/ 3311523 w 5097592"/>
              <a:gd name="connsiteY8" fmla="*/ 5022663 h 5025234"/>
              <a:gd name="connsiteX9" fmla="*/ 1771648 w 5097592"/>
              <a:gd name="connsiteY9" fmla="*/ 5022663 h 5025234"/>
              <a:gd name="connsiteX10" fmla="*/ 1771648 w 5097592"/>
              <a:gd name="connsiteY10" fmla="*/ 3481863 h 5025234"/>
              <a:gd name="connsiteX11" fmla="*/ 0 w 5097592"/>
              <a:gd name="connsiteY11" fmla="*/ 3481863 h 5025234"/>
              <a:gd name="connsiteX12" fmla="*/ 1539875 w 5097592"/>
              <a:gd name="connsiteY12" fmla="*/ 3481863 h 5025234"/>
              <a:gd name="connsiteX13" fmla="*/ 1539875 w 5097592"/>
              <a:gd name="connsiteY13" fmla="*/ 5022663 h 5025234"/>
              <a:gd name="connsiteX14" fmla="*/ 0 w 5097592"/>
              <a:gd name="connsiteY14" fmla="*/ 5022663 h 5025234"/>
              <a:gd name="connsiteX15" fmla="*/ 0 w 5097592"/>
              <a:gd name="connsiteY15" fmla="*/ 3481863 h 5025234"/>
              <a:gd name="connsiteX16" fmla="*/ 3543296 w 5097592"/>
              <a:gd name="connsiteY16" fmla="*/ 1740931 h 5025234"/>
              <a:gd name="connsiteX17" fmla="*/ 5083171 w 5097592"/>
              <a:gd name="connsiteY17" fmla="*/ 1740931 h 5025234"/>
              <a:gd name="connsiteX18" fmla="*/ 5083171 w 5097592"/>
              <a:gd name="connsiteY18" fmla="*/ 3281731 h 5025234"/>
              <a:gd name="connsiteX19" fmla="*/ 3543296 w 5097592"/>
              <a:gd name="connsiteY19" fmla="*/ 3281731 h 5025234"/>
              <a:gd name="connsiteX20" fmla="*/ 3543296 w 5097592"/>
              <a:gd name="connsiteY20" fmla="*/ 1740931 h 5025234"/>
              <a:gd name="connsiteX21" fmla="*/ 1771648 w 5097592"/>
              <a:gd name="connsiteY21" fmla="*/ 1740931 h 5025234"/>
              <a:gd name="connsiteX22" fmla="*/ 3311523 w 5097592"/>
              <a:gd name="connsiteY22" fmla="*/ 1740931 h 5025234"/>
              <a:gd name="connsiteX23" fmla="*/ 3311523 w 5097592"/>
              <a:gd name="connsiteY23" fmla="*/ 3281731 h 5025234"/>
              <a:gd name="connsiteX24" fmla="*/ 1771648 w 5097592"/>
              <a:gd name="connsiteY24" fmla="*/ 3281731 h 5025234"/>
              <a:gd name="connsiteX25" fmla="*/ 1771648 w 5097592"/>
              <a:gd name="connsiteY25" fmla="*/ 1740931 h 5025234"/>
              <a:gd name="connsiteX26" fmla="*/ 0 w 5097592"/>
              <a:gd name="connsiteY26" fmla="*/ 1740931 h 5025234"/>
              <a:gd name="connsiteX27" fmla="*/ 1539876 w 5097592"/>
              <a:gd name="connsiteY27" fmla="*/ 1740931 h 5025234"/>
              <a:gd name="connsiteX28" fmla="*/ 1539876 w 5097592"/>
              <a:gd name="connsiteY28" fmla="*/ 3281731 h 5025234"/>
              <a:gd name="connsiteX29" fmla="*/ 0 w 5097592"/>
              <a:gd name="connsiteY29" fmla="*/ 3281731 h 5025234"/>
              <a:gd name="connsiteX30" fmla="*/ 0 w 5097592"/>
              <a:gd name="connsiteY30" fmla="*/ 1740931 h 5025234"/>
              <a:gd name="connsiteX31" fmla="*/ 3543296 w 5097592"/>
              <a:gd name="connsiteY31" fmla="*/ 0 h 5025234"/>
              <a:gd name="connsiteX32" fmla="*/ 5083171 w 5097592"/>
              <a:gd name="connsiteY32" fmla="*/ 0 h 5025234"/>
              <a:gd name="connsiteX33" fmla="*/ 5083171 w 5097592"/>
              <a:gd name="connsiteY33" fmla="*/ 1540800 h 5025234"/>
              <a:gd name="connsiteX34" fmla="*/ 3543296 w 5097592"/>
              <a:gd name="connsiteY34" fmla="*/ 1540800 h 5025234"/>
              <a:gd name="connsiteX35" fmla="*/ 3543296 w 5097592"/>
              <a:gd name="connsiteY35" fmla="*/ 0 h 5025234"/>
              <a:gd name="connsiteX36" fmla="*/ 1771648 w 5097592"/>
              <a:gd name="connsiteY36" fmla="*/ 0 h 5025234"/>
              <a:gd name="connsiteX37" fmla="*/ 3311523 w 5097592"/>
              <a:gd name="connsiteY37" fmla="*/ 0 h 5025234"/>
              <a:gd name="connsiteX38" fmla="*/ 3311523 w 5097592"/>
              <a:gd name="connsiteY38" fmla="*/ 1540800 h 5025234"/>
              <a:gd name="connsiteX39" fmla="*/ 1771648 w 5097592"/>
              <a:gd name="connsiteY39" fmla="*/ 1540800 h 5025234"/>
              <a:gd name="connsiteX40" fmla="*/ 1771648 w 5097592"/>
              <a:gd name="connsiteY40" fmla="*/ 0 h 5025234"/>
              <a:gd name="connsiteX41" fmla="*/ 1 w 5097592"/>
              <a:gd name="connsiteY41" fmla="*/ 0 h 5025234"/>
              <a:gd name="connsiteX42" fmla="*/ 1539876 w 5097592"/>
              <a:gd name="connsiteY42" fmla="*/ 0 h 5025234"/>
              <a:gd name="connsiteX43" fmla="*/ 1539876 w 5097592"/>
              <a:gd name="connsiteY43" fmla="*/ 1540800 h 5025234"/>
              <a:gd name="connsiteX44" fmla="*/ 1 w 5097592"/>
              <a:gd name="connsiteY44" fmla="*/ 1540800 h 5025234"/>
              <a:gd name="connsiteX45" fmla="*/ 1 w 5097592"/>
              <a:gd name="connsiteY45" fmla="*/ 0 h 5025234"/>
              <a:gd name="connsiteX0" fmla="*/ 3543296 w 5083171"/>
              <a:gd name="connsiteY0" fmla="*/ 3481863 h 5042361"/>
              <a:gd name="connsiteX1" fmla="*/ 5083171 w 5083171"/>
              <a:gd name="connsiteY1" fmla="*/ 3481863 h 5042361"/>
              <a:gd name="connsiteX2" fmla="*/ 5071902 w 5083171"/>
              <a:gd name="connsiteY2" fmla="*/ 5042361 h 5042361"/>
              <a:gd name="connsiteX3" fmla="*/ 4134223 w 5083171"/>
              <a:gd name="connsiteY3" fmla="*/ 5022663 h 5042361"/>
              <a:gd name="connsiteX4" fmla="*/ 3543296 w 5083171"/>
              <a:gd name="connsiteY4" fmla="*/ 5022663 h 5042361"/>
              <a:gd name="connsiteX5" fmla="*/ 3543296 w 5083171"/>
              <a:gd name="connsiteY5" fmla="*/ 3481863 h 5042361"/>
              <a:gd name="connsiteX6" fmla="*/ 1771648 w 5083171"/>
              <a:gd name="connsiteY6" fmla="*/ 3481863 h 5042361"/>
              <a:gd name="connsiteX7" fmla="*/ 3311523 w 5083171"/>
              <a:gd name="connsiteY7" fmla="*/ 3481863 h 5042361"/>
              <a:gd name="connsiteX8" fmla="*/ 3311523 w 5083171"/>
              <a:gd name="connsiteY8" fmla="*/ 5022663 h 5042361"/>
              <a:gd name="connsiteX9" fmla="*/ 1771648 w 5083171"/>
              <a:gd name="connsiteY9" fmla="*/ 5022663 h 5042361"/>
              <a:gd name="connsiteX10" fmla="*/ 1771648 w 5083171"/>
              <a:gd name="connsiteY10" fmla="*/ 3481863 h 5042361"/>
              <a:gd name="connsiteX11" fmla="*/ 0 w 5083171"/>
              <a:gd name="connsiteY11" fmla="*/ 3481863 h 5042361"/>
              <a:gd name="connsiteX12" fmla="*/ 1539875 w 5083171"/>
              <a:gd name="connsiteY12" fmla="*/ 3481863 h 5042361"/>
              <a:gd name="connsiteX13" fmla="*/ 1539875 w 5083171"/>
              <a:gd name="connsiteY13" fmla="*/ 5022663 h 5042361"/>
              <a:gd name="connsiteX14" fmla="*/ 0 w 5083171"/>
              <a:gd name="connsiteY14" fmla="*/ 5022663 h 5042361"/>
              <a:gd name="connsiteX15" fmla="*/ 0 w 5083171"/>
              <a:gd name="connsiteY15" fmla="*/ 3481863 h 5042361"/>
              <a:gd name="connsiteX16" fmla="*/ 3543296 w 5083171"/>
              <a:gd name="connsiteY16" fmla="*/ 1740931 h 5042361"/>
              <a:gd name="connsiteX17" fmla="*/ 5083171 w 5083171"/>
              <a:gd name="connsiteY17" fmla="*/ 1740931 h 5042361"/>
              <a:gd name="connsiteX18" fmla="*/ 5083171 w 5083171"/>
              <a:gd name="connsiteY18" fmla="*/ 3281731 h 5042361"/>
              <a:gd name="connsiteX19" fmla="*/ 3543296 w 5083171"/>
              <a:gd name="connsiteY19" fmla="*/ 3281731 h 5042361"/>
              <a:gd name="connsiteX20" fmla="*/ 3543296 w 5083171"/>
              <a:gd name="connsiteY20" fmla="*/ 1740931 h 5042361"/>
              <a:gd name="connsiteX21" fmla="*/ 1771648 w 5083171"/>
              <a:gd name="connsiteY21" fmla="*/ 1740931 h 5042361"/>
              <a:gd name="connsiteX22" fmla="*/ 3311523 w 5083171"/>
              <a:gd name="connsiteY22" fmla="*/ 1740931 h 5042361"/>
              <a:gd name="connsiteX23" fmla="*/ 3311523 w 5083171"/>
              <a:gd name="connsiteY23" fmla="*/ 3281731 h 5042361"/>
              <a:gd name="connsiteX24" fmla="*/ 1771648 w 5083171"/>
              <a:gd name="connsiteY24" fmla="*/ 3281731 h 5042361"/>
              <a:gd name="connsiteX25" fmla="*/ 1771648 w 5083171"/>
              <a:gd name="connsiteY25" fmla="*/ 1740931 h 5042361"/>
              <a:gd name="connsiteX26" fmla="*/ 0 w 5083171"/>
              <a:gd name="connsiteY26" fmla="*/ 1740931 h 5042361"/>
              <a:gd name="connsiteX27" fmla="*/ 1539876 w 5083171"/>
              <a:gd name="connsiteY27" fmla="*/ 1740931 h 5042361"/>
              <a:gd name="connsiteX28" fmla="*/ 1539876 w 5083171"/>
              <a:gd name="connsiteY28" fmla="*/ 3281731 h 5042361"/>
              <a:gd name="connsiteX29" fmla="*/ 0 w 5083171"/>
              <a:gd name="connsiteY29" fmla="*/ 3281731 h 5042361"/>
              <a:gd name="connsiteX30" fmla="*/ 0 w 5083171"/>
              <a:gd name="connsiteY30" fmla="*/ 1740931 h 5042361"/>
              <a:gd name="connsiteX31" fmla="*/ 3543296 w 5083171"/>
              <a:gd name="connsiteY31" fmla="*/ 0 h 5042361"/>
              <a:gd name="connsiteX32" fmla="*/ 5083171 w 5083171"/>
              <a:gd name="connsiteY32" fmla="*/ 0 h 5042361"/>
              <a:gd name="connsiteX33" fmla="*/ 5083171 w 5083171"/>
              <a:gd name="connsiteY33" fmla="*/ 1540800 h 5042361"/>
              <a:gd name="connsiteX34" fmla="*/ 3543296 w 5083171"/>
              <a:gd name="connsiteY34" fmla="*/ 1540800 h 5042361"/>
              <a:gd name="connsiteX35" fmla="*/ 3543296 w 5083171"/>
              <a:gd name="connsiteY35" fmla="*/ 0 h 5042361"/>
              <a:gd name="connsiteX36" fmla="*/ 1771648 w 5083171"/>
              <a:gd name="connsiteY36" fmla="*/ 0 h 5042361"/>
              <a:gd name="connsiteX37" fmla="*/ 3311523 w 5083171"/>
              <a:gd name="connsiteY37" fmla="*/ 0 h 5042361"/>
              <a:gd name="connsiteX38" fmla="*/ 3311523 w 5083171"/>
              <a:gd name="connsiteY38" fmla="*/ 1540800 h 5042361"/>
              <a:gd name="connsiteX39" fmla="*/ 1771648 w 5083171"/>
              <a:gd name="connsiteY39" fmla="*/ 1540800 h 5042361"/>
              <a:gd name="connsiteX40" fmla="*/ 1771648 w 5083171"/>
              <a:gd name="connsiteY40" fmla="*/ 0 h 5042361"/>
              <a:gd name="connsiteX41" fmla="*/ 1 w 5083171"/>
              <a:gd name="connsiteY41" fmla="*/ 0 h 5042361"/>
              <a:gd name="connsiteX42" fmla="*/ 1539876 w 5083171"/>
              <a:gd name="connsiteY42" fmla="*/ 0 h 5042361"/>
              <a:gd name="connsiteX43" fmla="*/ 1539876 w 5083171"/>
              <a:gd name="connsiteY43" fmla="*/ 1540800 h 5042361"/>
              <a:gd name="connsiteX44" fmla="*/ 1 w 5083171"/>
              <a:gd name="connsiteY44" fmla="*/ 1540800 h 5042361"/>
              <a:gd name="connsiteX45" fmla="*/ 1 w 5083171"/>
              <a:gd name="connsiteY45" fmla="*/ 0 h 5042361"/>
              <a:gd name="connsiteX0" fmla="*/ 3543296 w 5083171"/>
              <a:gd name="connsiteY0" fmla="*/ 3481863 h 5033797"/>
              <a:gd name="connsiteX1" fmla="*/ 5083171 w 5083171"/>
              <a:gd name="connsiteY1" fmla="*/ 3481863 h 5033797"/>
              <a:gd name="connsiteX2" fmla="*/ 5080465 w 5083171"/>
              <a:gd name="connsiteY2" fmla="*/ 5033797 h 5033797"/>
              <a:gd name="connsiteX3" fmla="*/ 4134223 w 5083171"/>
              <a:gd name="connsiteY3" fmla="*/ 5022663 h 5033797"/>
              <a:gd name="connsiteX4" fmla="*/ 3543296 w 5083171"/>
              <a:gd name="connsiteY4" fmla="*/ 5022663 h 5033797"/>
              <a:gd name="connsiteX5" fmla="*/ 3543296 w 5083171"/>
              <a:gd name="connsiteY5" fmla="*/ 3481863 h 5033797"/>
              <a:gd name="connsiteX6" fmla="*/ 1771648 w 5083171"/>
              <a:gd name="connsiteY6" fmla="*/ 3481863 h 5033797"/>
              <a:gd name="connsiteX7" fmla="*/ 3311523 w 5083171"/>
              <a:gd name="connsiteY7" fmla="*/ 3481863 h 5033797"/>
              <a:gd name="connsiteX8" fmla="*/ 3311523 w 5083171"/>
              <a:gd name="connsiteY8" fmla="*/ 5022663 h 5033797"/>
              <a:gd name="connsiteX9" fmla="*/ 1771648 w 5083171"/>
              <a:gd name="connsiteY9" fmla="*/ 5022663 h 5033797"/>
              <a:gd name="connsiteX10" fmla="*/ 1771648 w 5083171"/>
              <a:gd name="connsiteY10" fmla="*/ 3481863 h 5033797"/>
              <a:gd name="connsiteX11" fmla="*/ 0 w 5083171"/>
              <a:gd name="connsiteY11" fmla="*/ 3481863 h 5033797"/>
              <a:gd name="connsiteX12" fmla="*/ 1539875 w 5083171"/>
              <a:gd name="connsiteY12" fmla="*/ 3481863 h 5033797"/>
              <a:gd name="connsiteX13" fmla="*/ 1539875 w 5083171"/>
              <a:gd name="connsiteY13" fmla="*/ 5022663 h 5033797"/>
              <a:gd name="connsiteX14" fmla="*/ 0 w 5083171"/>
              <a:gd name="connsiteY14" fmla="*/ 5022663 h 5033797"/>
              <a:gd name="connsiteX15" fmla="*/ 0 w 5083171"/>
              <a:gd name="connsiteY15" fmla="*/ 3481863 h 5033797"/>
              <a:gd name="connsiteX16" fmla="*/ 3543296 w 5083171"/>
              <a:gd name="connsiteY16" fmla="*/ 1740931 h 5033797"/>
              <a:gd name="connsiteX17" fmla="*/ 5083171 w 5083171"/>
              <a:gd name="connsiteY17" fmla="*/ 1740931 h 5033797"/>
              <a:gd name="connsiteX18" fmla="*/ 5083171 w 5083171"/>
              <a:gd name="connsiteY18" fmla="*/ 3281731 h 5033797"/>
              <a:gd name="connsiteX19" fmla="*/ 3543296 w 5083171"/>
              <a:gd name="connsiteY19" fmla="*/ 3281731 h 5033797"/>
              <a:gd name="connsiteX20" fmla="*/ 3543296 w 5083171"/>
              <a:gd name="connsiteY20" fmla="*/ 1740931 h 5033797"/>
              <a:gd name="connsiteX21" fmla="*/ 1771648 w 5083171"/>
              <a:gd name="connsiteY21" fmla="*/ 1740931 h 5033797"/>
              <a:gd name="connsiteX22" fmla="*/ 3311523 w 5083171"/>
              <a:gd name="connsiteY22" fmla="*/ 1740931 h 5033797"/>
              <a:gd name="connsiteX23" fmla="*/ 3311523 w 5083171"/>
              <a:gd name="connsiteY23" fmla="*/ 3281731 h 5033797"/>
              <a:gd name="connsiteX24" fmla="*/ 1771648 w 5083171"/>
              <a:gd name="connsiteY24" fmla="*/ 3281731 h 5033797"/>
              <a:gd name="connsiteX25" fmla="*/ 1771648 w 5083171"/>
              <a:gd name="connsiteY25" fmla="*/ 1740931 h 5033797"/>
              <a:gd name="connsiteX26" fmla="*/ 0 w 5083171"/>
              <a:gd name="connsiteY26" fmla="*/ 1740931 h 5033797"/>
              <a:gd name="connsiteX27" fmla="*/ 1539876 w 5083171"/>
              <a:gd name="connsiteY27" fmla="*/ 1740931 h 5033797"/>
              <a:gd name="connsiteX28" fmla="*/ 1539876 w 5083171"/>
              <a:gd name="connsiteY28" fmla="*/ 3281731 h 5033797"/>
              <a:gd name="connsiteX29" fmla="*/ 0 w 5083171"/>
              <a:gd name="connsiteY29" fmla="*/ 3281731 h 5033797"/>
              <a:gd name="connsiteX30" fmla="*/ 0 w 5083171"/>
              <a:gd name="connsiteY30" fmla="*/ 1740931 h 5033797"/>
              <a:gd name="connsiteX31" fmla="*/ 3543296 w 5083171"/>
              <a:gd name="connsiteY31" fmla="*/ 0 h 5033797"/>
              <a:gd name="connsiteX32" fmla="*/ 5083171 w 5083171"/>
              <a:gd name="connsiteY32" fmla="*/ 0 h 5033797"/>
              <a:gd name="connsiteX33" fmla="*/ 5083171 w 5083171"/>
              <a:gd name="connsiteY33" fmla="*/ 1540800 h 5033797"/>
              <a:gd name="connsiteX34" fmla="*/ 3543296 w 5083171"/>
              <a:gd name="connsiteY34" fmla="*/ 1540800 h 5033797"/>
              <a:gd name="connsiteX35" fmla="*/ 3543296 w 5083171"/>
              <a:gd name="connsiteY35" fmla="*/ 0 h 5033797"/>
              <a:gd name="connsiteX36" fmla="*/ 1771648 w 5083171"/>
              <a:gd name="connsiteY36" fmla="*/ 0 h 5033797"/>
              <a:gd name="connsiteX37" fmla="*/ 3311523 w 5083171"/>
              <a:gd name="connsiteY37" fmla="*/ 0 h 5033797"/>
              <a:gd name="connsiteX38" fmla="*/ 3311523 w 5083171"/>
              <a:gd name="connsiteY38" fmla="*/ 1540800 h 5033797"/>
              <a:gd name="connsiteX39" fmla="*/ 1771648 w 5083171"/>
              <a:gd name="connsiteY39" fmla="*/ 1540800 h 5033797"/>
              <a:gd name="connsiteX40" fmla="*/ 1771648 w 5083171"/>
              <a:gd name="connsiteY40" fmla="*/ 0 h 5033797"/>
              <a:gd name="connsiteX41" fmla="*/ 1 w 5083171"/>
              <a:gd name="connsiteY41" fmla="*/ 0 h 5033797"/>
              <a:gd name="connsiteX42" fmla="*/ 1539876 w 5083171"/>
              <a:gd name="connsiteY42" fmla="*/ 0 h 5033797"/>
              <a:gd name="connsiteX43" fmla="*/ 1539876 w 5083171"/>
              <a:gd name="connsiteY43" fmla="*/ 1540800 h 5033797"/>
              <a:gd name="connsiteX44" fmla="*/ 1 w 5083171"/>
              <a:gd name="connsiteY44" fmla="*/ 1540800 h 5033797"/>
              <a:gd name="connsiteX45" fmla="*/ 1 w 5083171"/>
              <a:gd name="connsiteY45" fmla="*/ 0 h 5033797"/>
              <a:gd name="connsiteX0" fmla="*/ 3543296 w 5083171"/>
              <a:gd name="connsiteY0" fmla="*/ 3481863 h 5022663"/>
              <a:gd name="connsiteX1" fmla="*/ 5083171 w 5083171"/>
              <a:gd name="connsiteY1" fmla="*/ 3481863 h 5022663"/>
              <a:gd name="connsiteX2" fmla="*/ 5080466 w 5083171"/>
              <a:gd name="connsiteY2" fmla="*/ 5008108 h 5022663"/>
              <a:gd name="connsiteX3" fmla="*/ 4134223 w 5083171"/>
              <a:gd name="connsiteY3" fmla="*/ 5022663 h 5022663"/>
              <a:gd name="connsiteX4" fmla="*/ 3543296 w 5083171"/>
              <a:gd name="connsiteY4" fmla="*/ 5022663 h 5022663"/>
              <a:gd name="connsiteX5" fmla="*/ 3543296 w 5083171"/>
              <a:gd name="connsiteY5" fmla="*/ 3481863 h 5022663"/>
              <a:gd name="connsiteX6" fmla="*/ 1771648 w 5083171"/>
              <a:gd name="connsiteY6" fmla="*/ 3481863 h 5022663"/>
              <a:gd name="connsiteX7" fmla="*/ 3311523 w 5083171"/>
              <a:gd name="connsiteY7" fmla="*/ 3481863 h 5022663"/>
              <a:gd name="connsiteX8" fmla="*/ 3311523 w 5083171"/>
              <a:gd name="connsiteY8" fmla="*/ 5022663 h 5022663"/>
              <a:gd name="connsiteX9" fmla="*/ 1771648 w 5083171"/>
              <a:gd name="connsiteY9" fmla="*/ 5022663 h 5022663"/>
              <a:gd name="connsiteX10" fmla="*/ 1771648 w 5083171"/>
              <a:gd name="connsiteY10" fmla="*/ 3481863 h 5022663"/>
              <a:gd name="connsiteX11" fmla="*/ 0 w 5083171"/>
              <a:gd name="connsiteY11" fmla="*/ 3481863 h 5022663"/>
              <a:gd name="connsiteX12" fmla="*/ 1539875 w 5083171"/>
              <a:gd name="connsiteY12" fmla="*/ 3481863 h 5022663"/>
              <a:gd name="connsiteX13" fmla="*/ 1539875 w 5083171"/>
              <a:gd name="connsiteY13" fmla="*/ 5022663 h 5022663"/>
              <a:gd name="connsiteX14" fmla="*/ 0 w 5083171"/>
              <a:gd name="connsiteY14" fmla="*/ 5022663 h 5022663"/>
              <a:gd name="connsiteX15" fmla="*/ 0 w 5083171"/>
              <a:gd name="connsiteY15" fmla="*/ 3481863 h 5022663"/>
              <a:gd name="connsiteX16" fmla="*/ 3543296 w 5083171"/>
              <a:gd name="connsiteY16" fmla="*/ 1740931 h 5022663"/>
              <a:gd name="connsiteX17" fmla="*/ 5083171 w 5083171"/>
              <a:gd name="connsiteY17" fmla="*/ 1740931 h 5022663"/>
              <a:gd name="connsiteX18" fmla="*/ 5083171 w 5083171"/>
              <a:gd name="connsiteY18" fmla="*/ 3281731 h 5022663"/>
              <a:gd name="connsiteX19" fmla="*/ 3543296 w 5083171"/>
              <a:gd name="connsiteY19" fmla="*/ 3281731 h 5022663"/>
              <a:gd name="connsiteX20" fmla="*/ 3543296 w 5083171"/>
              <a:gd name="connsiteY20" fmla="*/ 1740931 h 5022663"/>
              <a:gd name="connsiteX21" fmla="*/ 1771648 w 5083171"/>
              <a:gd name="connsiteY21" fmla="*/ 1740931 h 5022663"/>
              <a:gd name="connsiteX22" fmla="*/ 3311523 w 5083171"/>
              <a:gd name="connsiteY22" fmla="*/ 1740931 h 5022663"/>
              <a:gd name="connsiteX23" fmla="*/ 3311523 w 5083171"/>
              <a:gd name="connsiteY23" fmla="*/ 3281731 h 5022663"/>
              <a:gd name="connsiteX24" fmla="*/ 1771648 w 5083171"/>
              <a:gd name="connsiteY24" fmla="*/ 3281731 h 5022663"/>
              <a:gd name="connsiteX25" fmla="*/ 1771648 w 5083171"/>
              <a:gd name="connsiteY25" fmla="*/ 1740931 h 5022663"/>
              <a:gd name="connsiteX26" fmla="*/ 0 w 5083171"/>
              <a:gd name="connsiteY26" fmla="*/ 1740931 h 5022663"/>
              <a:gd name="connsiteX27" fmla="*/ 1539876 w 5083171"/>
              <a:gd name="connsiteY27" fmla="*/ 1740931 h 5022663"/>
              <a:gd name="connsiteX28" fmla="*/ 1539876 w 5083171"/>
              <a:gd name="connsiteY28" fmla="*/ 3281731 h 5022663"/>
              <a:gd name="connsiteX29" fmla="*/ 0 w 5083171"/>
              <a:gd name="connsiteY29" fmla="*/ 3281731 h 5022663"/>
              <a:gd name="connsiteX30" fmla="*/ 0 w 5083171"/>
              <a:gd name="connsiteY30" fmla="*/ 1740931 h 5022663"/>
              <a:gd name="connsiteX31" fmla="*/ 3543296 w 5083171"/>
              <a:gd name="connsiteY31" fmla="*/ 0 h 5022663"/>
              <a:gd name="connsiteX32" fmla="*/ 5083171 w 5083171"/>
              <a:gd name="connsiteY32" fmla="*/ 0 h 5022663"/>
              <a:gd name="connsiteX33" fmla="*/ 5083171 w 5083171"/>
              <a:gd name="connsiteY33" fmla="*/ 1540800 h 5022663"/>
              <a:gd name="connsiteX34" fmla="*/ 3543296 w 5083171"/>
              <a:gd name="connsiteY34" fmla="*/ 1540800 h 5022663"/>
              <a:gd name="connsiteX35" fmla="*/ 3543296 w 5083171"/>
              <a:gd name="connsiteY35" fmla="*/ 0 h 5022663"/>
              <a:gd name="connsiteX36" fmla="*/ 1771648 w 5083171"/>
              <a:gd name="connsiteY36" fmla="*/ 0 h 5022663"/>
              <a:gd name="connsiteX37" fmla="*/ 3311523 w 5083171"/>
              <a:gd name="connsiteY37" fmla="*/ 0 h 5022663"/>
              <a:gd name="connsiteX38" fmla="*/ 3311523 w 5083171"/>
              <a:gd name="connsiteY38" fmla="*/ 1540800 h 5022663"/>
              <a:gd name="connsiteX39" fmla="*/ 1771648 w 5083171"/>
              <a:gd name="connsiteY39" fmla="*/ 1540800 h 5022663"/>
              <a:gd name="connsiteX40" fmla="*/ 1771648 w 5083171"/>
              <a:gd name="connsiteY40" fmla="*/ 0 h 5022663"/>
              <a:gd name="connsiteX41" fmla="*/ 1 w 5083171"/>
              <a:gd name="connsiteY41" fmla="*/ 0 h 5022663"/>
              <a:gd name="connsiteX42" fmla="*/ 1539876 w 5083171"/>
              <a:gd name="connsiteY42" fmla="*/ 0 h 5022663"/>
              <a:gd name="connsiteX43" fmla="*/ 1539876 w 5083171"/>
              <a:gd name="connsiteY43" fmla="*/ 1540800 h 5022663"/>
              <a:gd name="connsiteX44" fmla="*/ 1 w 5083171"/>
              <a:gd name="connsiteY44" fmla="*/ 1540800 h 5022663"/>
              <a:gd name="connsiteX45" fmla="*/ 1 w 5083171"/>
              <a:gd name="connsiteY45" fmla="*/ 0 h 5022663"/>
              <a:gd name="connsiteX0" fmla="*/ 3543296 w 5083171"/>
              <a:gd name="connsiteY0" fmla="*/ 3481863 h 5027257"/>
              <a:gd name="connsiteX1" fmla="*/ 5083171 w 5083171"/>
              <a:gd name="connsiteY1" fmla="*/ 3481863 h 5027257"/>
              <a:gd name="connsiteX2" fmla="*/ 5076637 w 5083171"/>
              <a:gd name="connsiteY2" fmla="*/ 5027257 h 5027257"/>
              <a:gd name="connsiteX3" fmla="*/ 4134223 w 5083171"/>
              <a:gd name="connsiteY3" fmla="*/ 5022663 h 5027257"/>
              <a:gd name="connsiteX4" fmla="*/ 3543296 w 5083171"/>
              <a:gd name="connsiteY4" fmla="*/ 5022663 h 5027257"/>
              <a:gd name="connsiteX5" fmla="*/ 3543296 w 5083171"/>
              <a:gd name="connsiteY5" fmla="*/ 3481863 h 5027257"/>
              <a:gd name="connsiteX6" fmla="*/ 1771648 w 5083171"/>
              <a:gd name="connsiteY6" fmla="*/ 3481863 h 5027257"/>
              <a:gd name="connsiteX7" fmla="*/ 3311523 w 5083171"/>
              <a:gd name="connsiteY7" fmla="*/ 3481863 h 5027257"/>
              <a:gd name="connsiteX8" fmla="*/ 3311523 w 5083171"/>
              <a:gd name="connsiteY8" fmla="*/ 5022663 h 5027257"/>
              <a:gd name="connsiteX9" fmla="*/ 1771648 w 5083171"/>
              <a:gd name="connsiteY9" fmla="*/ 5022663 h 5027257"/>
              <a:gd name="connsiteX10" fmla="*/ 1771648 w 5083171"/>
              <a:gd name="connsiteY10" fmla="*/ 3481863 h 5027257"/>
              <a:gd name="connsiteX11" fmla="*/ 0 w 5083171"/>
              <a:gd name="connsiteY11" fmla="*/ 3481863 h 5027257"/>
              <a:gd name="connsiteX12" fmla="*/ 1539875 w 5083171"/>
              <a:gd name="connsiteY12" fmla="*/ 3481863 h 5027257"/>
              <a:gd name="connsiteX13" fmla="*/ 1539875 w 5083171"/>
              <a:gd name="connsiteY13" fmla="*/ 5022663 h 5027257"/>
              <a:gd name="connsiteX14" fmla="*/ 0 w 5083171"/>
              <a:gd name="connsiteY14" fmla="*/ 5022663 h 5027257"/>
              <a:gd name="connsiteX15" fmla="*/ 0 w 5083171"/>
              <a:gd name="connsiteY15" fmla="*/ 3481863 h 5027257"/>
              <a:gd name="connsiteX16" fmla="*/ 3543296 w 5083171"/>
              <a:gd name="connsiteY16" fmla="*/ 1740931 h 5027257"/>
              <a:gd name="connsiteX17" fmla="*/ 5083171 w 5083171"/>
              <a:gd name="connsiteY17" fmla="*/ 1740931 h 5027257"/>
              <a:gd name="connsiteX18" fmla="*/ 5083171 w 5083171"/>
              <a:gd name="connsiteY18" fmla="*/ 3281731 h 5027257"/>
              <a:gd name="connsiteX19" fmla="*/ 3543296 w 5083171"/>
              <a:gd name="connsiteY19" fmla="*/ 3281731 h 5027257"/>
              <a:gd name="connsiteX20" fmla="*/ 3543296 w 5083171"/>
              <a:gd name="connsiteY20" fmla="*/ 1740931 h 5027257"/>
              <a:gd name="connsiteX21" fmla="*/ 1771648 w 5083171"/>
              <a:gd name="connsiteY21" fmla="*/ 1740931 h 5027257"/>
              <a:gd name="connsiteX22" fmla="*/ 3311523 w 5083171"/>
              <a:gd name="connsiteY22" fmla="*/ 1740931 h 5027257"/>
              <a:gd name="connsiteX23" fmla="*/ 3311523 w 5083171"/>
              <a:gd name="connsiteY23" fmla="*/ 3281731 h 5027257"/>
              <a:gd name="connsiteX24" fmla="*/ 1771648 w 5083171"/>
              <a:gd name="connsiteY24" fmla="*/ 3281731 h 5027257"/>
              <a:gd name="connsiteX25" fmla="*/ 1771648 w 5083171"/>
              <a:gd name="connsiteY25" fmla="*/ 1740931 h 5027257"/>
              <a:gd name="connsiteX26" fmla="*/ 0 w 5083171"/>
              <a:gd name="connsiteY26" fmla="*/ 1740931 h 5027257"/>
              <a:gd name="connsiteX27" fmla="*/ 1539876 w 5083171"/>
              <a:gd name="connsiteY27" fmla="*/ 1740931 h 5027257"/>
              <a:gd name="connsiteX28" fmla="*/ 1539876 w 5083171"/>
              <a:gd name="connsiteY28" fmla="*/ 3281731 h 5027257"/>
              <a:gd name="connsiteX29" fmla="*/ 0 w 5083171"/>
              <a:gd name="connsiteY29" fmla="*/ 3281731 h 5027257"/>
              <a:gd name="connsiteX30" fmla="*/ 0 w 5083171"/>
              <a:gd name="connsiteY30" fmla="*/ 1740931 h 5027257"/>
              <a:gd name="connsiteX31" fmla="*/ 3543296 w 5083171"/>
              <a:gd name="connsiteY31" fmla="*/ 0 h 5027257"/>
              <a:gd name="connsiteX32" fmla="*/ 5083171 w 5083171"/>
              <a:gd name="connsiteY32" fmla="*/ 0 h 5027257"/>
              <a:gd name="connsiteX33" fmla="*/ 5083171 w 5083171"/>
              <a:gd name="connsiteY33" fmla="*/ 1540800 h 5027257"/>
              <a:gd name="connsiteX34" fmla="*/ 3543296 w 5083171"/>
              <a:gd name="connsiteY34" fmla="*/ 1540800 h 5027257"/>
              <a:gd name="connsiteX35" fmla="*/ 3543296 w 5083171"/>
              <a:gd name="connsiteY35" fmla="*/ 0 h 5027257"/>
              <a:gd name="connsiteX36" fmla="*/ 1771648 w 5083171"/>
              <a:gd name="connsiteY36" fmla="*/ 0 h 5027257"/>
              <a:gd name="connsiteX37" fmla="*/ 3311523 w 5083171"/>
              <a:gd name="connsiteY37" fmla="*/ 0 h 5027257"/>
              <a:gd name="connsiteX38" fmla="*/ 3311523 w 5083171"/>
              <a:gd name="connsiteY38" fmla="*/ 1540800 h 5027257"/>
              <a:gd name="connsiteX39" fmla="*/ 1771648 w 5083171"/>
              <a:gd name="connsiteY39" fmla="*/ 1540800 h 5027257"/>
              <a:gd name="connsiteX40" fmla="*/ 1771648 w 5083171"/>
              <a:gd name="connsiteY40" fmla="*/ 0 h 5027257"/>
              <a:gd name="connsiteX41" fmla="*/ 1 w 5083171"/>
              <a:gd name="connsiteY41" fmla="*/ 0 h 5027257"/>
              <a:gd name="connsiteX42" fmla="*/ 1539876 w 5083171"/>
              <a:gd name="connsiteY42" fmla="*/ 0 h 5027257"/>
              <a:gd name="connsiteX43" fmla="*/ 1539876 w 5083171"/>
              <a:gd name="connsiteY43" fmla="*/ 1540800 h 5027257"/>
              <a:gd name="connsiteX44" fmla="*/ 1 w 5083171"/>
              <a:gd name="connsiteY44" fmla="*/ 1540800 h 5027257"/>
              <a:gd name="connsiteX45" fmla="*/ 1 w 5083171"/>
              <a:gd name="connsiteY45" fmla="*/ 0 h 5027257"/>
              <a:gd name="connsiteX0" fmla="*/ 3543296 w 5083171"/>
              <a:gd name="connsiteY0" fmla="*/ 3481863 h 5023427"/>
              <a:gd name="connsiteX1" fmla="*/ 5083171 w 5083171"/>
              <a:gd name="connsiteY1" fmla="*/ 3481863 h 5023427"/>
              <a:gd name="connsiteX2" fmla="*/ 5076638 w 5083171"/>
              <a:gd name="connsiteY2" fmla="*/ 5023427 h 5023427"/>
              <a:gd name="connsiteX3" fmla="*/ 4134223 w 5083171"/>
              <a:gd name="connsiteY3" fmla="*/ 5022663 h 5023427"/>
              <a:gd name="connsiteX4" fmla="*/ 3543296 w 5083171"/>
              <a:gd name="connsiteY4" fmla="*/ 5022663 h 5023427"/>
              <a:gd name="connsiteX5" fmla="*/ 3543296 w 5083171"/>
              <a:gd name="connsiteY5" fmla="*/ 3481863 h 5023427"/>
              <a:gd name="connsiteX6" fmla="*/ 1771648 w 5083171"/>
              <a:gd name="connsiteY6" fmla="*/ 3481863 h 5023427"/>
              <a:gd name="connsiteX7" fmla="*/ 3311523 w 5083171"/>
              <a:gd name="connsiteY7" fmla="*/ 3481863 h 5023427"/>
              <a:gd name="connsiteX8" fmla="*/ 3311523 w 5083171"/>
              <a:gd name="connsiteY8" fmla="*/ 5022663 h 5023427"/>
              <a:gd name="connsiteX9" fmla="*/ 1771648 w 5083171"/>
              <a:gd name="connsiteY9" fmla="*/ 5022663 h 5023427"/>
              <a:gd name="connsiteX10" fmla="*/ 1771648 w 5083171"/>
              <a:gd name="connsiteY10" fmla="*/ 3481863 h 5023427"/>
              <a:gd name="connsiteX11" fmla="*/ 0 w 5083171"/>
              <a:gd name="connsiteY11" fmla="*/ 3481863 h 5023427"/>
              <a:gd name="connsiteX12" fmla="*/ 1539875 w 5083171"/>
              <a:gd name="connsiteY12" fmla="*/ 3481863 h 5023427"/>
              <a:gd name="connsiteX13" fmla="*/ 1539875 w 5083171"/>
              <a:gd name="connsiteY13" fmla="*/ 5022663 h 5023427"/>
              <a:gd name="connsiteX14" fmla="*/ 0 w 5083171"/>
              <a:gd name="connsiteY14" fmla="*/ 5022663 h 5023427"/>
              <a:gd name="connsiteX15" fmla="*/ 0 w 5083171"/>
              <a:gd name="connsiteY15" fmla="*/ 3481863 h 5023427"/>
              <a:gd name="connsiteX16" fmla="*/ 3543296 w 5083171"/>
              <a:gd name="connsiteY16" fmla="*/ 1740931 h 5023427"/>
              <a:gd name="connsiteX17" fmla="*/ 5083171 w 5083171"/>
              <a:gd name="connsiteY17" fmla="*/ 1740931 h 5023427"/>
              <a:gd name="connsiteX18" fmla="*/ 5083171 w 5083171"/>
              <a:gd name="connsiteY18" fmla="*/ 3281731 h 5023427"/>
              <a:gd name="connsiteX19" fmla="*/ 3543296 w 5083171"/>
              <a:gd name="connsiteY19" fmla="*/ 3281731 h 5023427"/>
              <a:gd name="connsiteX20" fmla="*/ 3543296 w 5083171"/>
              <a:gd name="connsiteY20" fmla="*/ 1740931 h 5023427"/>
              <a:gd name="connsiteX21" fmla="*/ 1771648 w 5083171"/>
              <a:gd name="connsiteY21" fmla="*/ 1740931 h 5023427"/>
              <a:gd name="connsiteX22" fmla="*/ 3311523 w 5083171"/>
              <a:gd name="connsiteY22" fmla="*/ 1740931 h 5023427"/>
              <a:gd name="connsiteX23" fmla="*/ 3311523 w 5083171"/>
              <a:gd name="connsiteY23" fmla="*/ 3281731 h 5023427"/>
              <a:gd name="connsiteX24" fmla="*/ 1771648 w 5083171"/>
              <a:gd name="connsiteY24" fmla="*/ 3281731 h 5023427"/>
              <a:gd name="connsiteX25" fmla="*/ 1771648 w 5083171"/>
              <a:gd name="connsiteY25" fmla="*/ 1740931 h 5023427"/>
              <a:gd name="connsiteX26" fmla="*/ 0 w 5083171"/>
              <a:gd name="connsiteY26" fmla="*/ 1740931 h 5023427"/>
              <a:gd name="connsiteX27" fmla="*/ 1539876 w 5083171"/>
              <a:gd name="connsiteY27" fmla="*/ 1740931 h 5023427"/>
              <a:gd name="connsiteX28" fmla="*/ 1539876 w 5083171"/>
              <a:gd name="connsiteY28" fmla="*/ 3281731 h 5023427"/>
              <a:gd name="connsiteX29" fmla="*/ 0 w 5083171"/>
              <a:gd name="connsiteY29" fmla="*/ 3281731 h 5023427"/>
              <a:gd name="connsiteX30" fmla="*/ 0 w 5083171"/>
              <a:gd name="connsiteY30" fmla="*/ 1740931 h 5023427"/>
              <a:gd name="connsiteX31" fmla="*/ 3543296 w 5083171"/>
              <a:gd name="connsiteY31" fmla="*/ 0 h 5023427"/>
              <a:gd name="connsiteX32" fmla="*/ 5083171 w 5083171"/>
              <a:gd name="connsiteY32" fmla="*/ 0 h 5023427"/>
              <a:gd name="connsiteX33" fmla="*/ 5083171 w 5083171"/>
              <a:gd name="connsiteY33" fmla="*/ 1540800 h 5023427"/>
              <a:gd name="connsiteX34" fmla="*/ 3543296 w 5083171"/>
              <a:gd name="connsiteY34" fmla="*/ 1540800 h 5023427"/>
              <a:gd name="connsiteX35" fmla="*/ 3543296 w 5083171"/>
              <a:gd name="connsiteY35" fmla="*/ 0 h 5023427"/>
              <a:gd name="connsiteX36" fmla="*/ 1771648 w 5083171"/>
              <a:gd name="connsiteY36" fmla="*/ 0 h 5023427"/>
              <a:gd name="connsiteX37" fmla="*/ 3311523 w 5083171"/>
              <a:gd name="connsiteY37" fmla="*/ 0 h 5023427"/>
              <a:gd name="connsiteX38" fmla="*/ 3311523 w 5083171"/>
              <a:gd name="connsiteY38" fmla="*/ 1540800 h 5023427"/>
              <a:gd name="connsiteX39" fmla="*/ 1771648 w 5083171"/>
              <a:gd name="connsiteY39" fmla="*/ 1540800 h 5023427"/>
              <a:gd name="connsiteX40" fmla="*/ 1771648 w 5083171"/>
              <a:gd name="connsiteY40" fmla="*/ 0 h 5023427"/>
              <a:gd name="connsiteX41" fmla="*/ 1 w 5083171"/>
              <a:gd name="connsiteY41" fmla="*/ 0 h 5023427"/>
              <a:gd name="connsiteX42" fmla="*/ 1539876 w 5083171"/>
              <a:gd name="connsiteY42" fmla="*/ 0 h 5023427"/>
              <a:gd name="connsiteX43" fmla="*/ 1539876 w 5083171"/>
              <a:gd name="connsiteY43" fmla="*/ 1540800 h 5023427"/>
              <a:gd name="connsiteX44" fmla="*/ 1 w 5083171"/>
              <a:gd name="connsiteY44" fmla="*/ 1540800 h 5023427"/>
              <a:gd name="connsiteX45" fmla="*/ 1 w 5083171"/>
              <a:gd name="connsiteY45" fmla="*/ 0 h 5023427"/>
              <a:gd name="connsiteX0" fmla="*/ 3543296 w 5088841"/>
              <a:gd name="connsiteY0" fmla="*/ 3481863 h 5023427"/>
              <a:gd name="connsiteX1" fmla="*/ 5083171 w 5088841"/>
              <a:gd name="connsiteY1" fmla="*/ 3481863 h 5023427"/>
              <a:gd name="connsiteX2" fmla="*/ 5088128 w 5088841"/>
              <a:gd name="connsiteY2" fmla="*/ 5023427 h 5023427"/>
              <a:gd name="connsiteX3" fmla="*/ 4134223 w 5088841"/>
              <a:gd name="connsiteY3" fmla="*/ 5022663 h 5023427"/>
              <a:gd name="connsiteX4" fmla="*/ 3543296 w 5088841"/>
              <a:gd name="connsiteY4" fmla="*/ 5022663 h 5023427"/>
              <a:gd name="connsiteX5" fmla="*/ 3543296 w 5088841"/>
              <a:gd name="connsiteY5" fmla="*/ 3481863 h 5023427"/>
              <a:gd name="connsiteX6" fmla="*/ 1771648 w 5088841"/>
              <a:gd name="connsiteY6" fmla="*/ 3481863 h 5023427"/>
              <a:gd name="connsiteX7" fmla="*/ 3311523 w 5088841"/>
              <a:gd name="connsiteY7" fmla="*/ 3481863 h 5023427"/>
              <a:gd name="connsiteX8" fmla="*/ 3311523 w 5088841"/>
              <a:gd name="connsiteY8" fmla="*/ 5022663 h 5023427"/>
              <a:gd name="connsiteX9" fmla="*/ 1771648 w 5088841"/>
              <a:gd name="connsiteY9" fmla="*/ 5022663 h 5023427"/>
              <a:gd name="connsiteX10" fmla="*/ 1771648 w 5088841"/>
              <a:gd name="connsiteY10" fmla="*/ 3481863 h 5023427"/>
              <a:gd name="connsiteX11" fmla="*/ 0 w 5088841"/>
              <a:gd name="connsiteY11" fmla="*/ 3481863 h 5023427"/>
              <a:gd name="connsiteX12" fmla="*/ 1539875 w 5088841"/>
              <a:gd name="connsiteY12" fmla="*/ 3481863 h 5023427"/>
              <a:gd name="connsiteX13" fmla="*/ 1539875 w 5088841"/>
              <a:gd name="connsiteY13" fmla="*/ 5022663 h 5023427"/>
              <a:gd name="connsiteX14" fmla="*/ 0 w 5088841"/>
              <a:gd name="connsiteY14" fmla="*/ 5022663 h 5023427"/>
              <a:gd name="connsiteX15" fmla="*/ 0 w 5088841"/>
              <a:gd name="connsiteY15" fmla="*/ 3481863 h 5023427"/>
              <a:gd name="connsiteX16" fmla="*/ 3543296 w 5088841"/>
              <a:gd name="connsiteY16" fmla="*/ 1740931 h 5023427"/>
              <a:gd name="connsiteX17" fmla="*/ 5083171 w 5088841"/>
              <a:gd name="connsiteY17" fmla="*/ 1740931 h 5023427"/>
              <a:gd name="connsiteX18" fmla="*/ 5083171 w 5088841"/>
              <a:gd name="connsiteY18" fmla="*/ 3281731 h 5023427"/>
              <a:gd name="connsiteX19" fmla="*/ 3543296 w 5088841"/>
              <a:gd name="connsiteY19" fmla="*/ 3281731 h 5023427"/>
              <a:gd name="connsiteX20" fmla="*/ 3543296 w 5088841"/>
              <a:gd name="connsiteY20" fmla="*/ 1740931 h 5023427"/>
              <a:gd name="connsiteX21" fmla="*/ 1771648 w 5088841"/>
              <a:gd name="connsiteY21" fmla="*/ 1740931 h 5023427"/>
              <a:gd name="connsiteX22" fmla="*/ 3311523 w 5088841"/>
              <a:gd name="connsiteY22" fmla="*/ 1740931 h 5023427"/>
              <a:gd name="connsiteX23" fmla="*/ 3311523 w 5088841"/>
              <a:gd name="connsiteY23" fmla="*/ 3281731 h 5023427"/>
              <a:gd name="connsiteX24" fmla="*/ 1771648 w 5088841"/>
              <a:gd name="connsiteY24" fmla="*/ 3281731 h 5023427"/>
              <a:gd name="connsiteX25" fmla="*/ 1771648 w 5088841"/>
              <a:gd name="connsiteY25" fmla="*/ 1740931 h 5023427"/>
              <a:gd name="connsiteX26" fmla="*/ 0 w 5088841"/>
              <a:gd name="connsiteY26" fmla="*/ 1740931 h 5023427"/>
              <a:gd name="connsiteX27" fmla="*/ 1539876 w 5088841"/>
              <a:gd name="connsiteY27" fmla="*/ 1740931 h 5023427"/>
              <a:gd name="connsiteX28" fmla="*/ 1539876 w 5088841"/>
              <a:gd name="connsiteY28" fmla="*/ 3281731 h 5023427"/>
              <a:gd name="connsiteX29" fmla="*/ 0 w 5088841"/>
              <a:gd name="connsiteY29" fmla="*/ 3281731 h 5023427"/>
              <a:gd name="connsiteX30" fmla="*/ 0 w 5088841"/>
              <a:gd name="connsiteY30" fmla="*/ 1740931 h 5023427"/>
              <a:gd name="connsiteX31" fmla="*/ 3543296 w 5088841"/>
              <a:gd name="connsiteY31" fmla="*/ 0 h 5023427"/>
              <a:gd name="connsiteX32" fmla="*/ 5083171 w 5088841"/>
              <a:gd name="connsiteY32" fmla="*/ 0 h 5023427"/>
              <a:gd name="connsiteX33" fmla="*/ 5083171 w 5088841"/>
              <a:gd name="connsiteY33" fmla="*/ 1540800 h 5023427"/>
              <a:gd name="connsiteX34" fmla="*/ 3543296 w 5088841"/>
              <a:gd name="connsiteY34" fmla="*/ 1540800 h 5023427"/>
              <a:gd name="connsiteX35" fmla="*/ 3543296 w 5088841"/>
              <a:gd name="connsiteY35" fmla="*/ 0 h 5023427"/>
              <a:gd name="connsiteX36" fmla="*/ 1771648 w 5088841"/>
              <a:gd name="connsiteY36" fmla="*/ 0 h 5023427"/>
              <a:gd name="connsiteX37" fmla="*/ 3311523 w 5088841"/>
              <a:gd name="connsiteY37" fmla="*/ 0 h 5023427"/>
              <a:gd name="connsiteX38" fmla="*/ 3311523 w 5088841"/>
              <a:gd name="connsiteY38" fmla="*/ 1540800 h 5023427"/>
              <a:gd name="connsiteX39" fmla="*/ 1771648 w 5088841"/>
              <a:gd name="connsiteY39" fmla="*/ 1540800 h 5023427"/>
              <a:gd name="connsiteX40" fmla="*/ 1771648 w 5088841"/>
              <a:gd name="connsiteY40" fmla="*/ 0 h 5023427"/>
              <a:gd name="connsiteX41" fmla="*/ 1 w 5088841"/>
              <a:gd name="connsiteY41" fmla="*/ 0 h 5023427"/>
              <a:gd name="connsiteX42" fmla="*/ 1539876 w 5088841"/>
              <a:gd name="connsiteY42" fmla="*/ 0 h 5023427"/>
              <a:gd name="connsiteX43" fmla="*/ 1539876 w 5088841"/>
              <a:gd name="connsiteY43" fmla="*/ 1540800 h 5023427"/>
              <a:gd name="connsiteX44" fmla="*/ 1 w 5088841"/>
              <a:gd name="connsiteY44" fmla="*/ 1540800 h 5023427"/>
              <a:gd name="connsiteX45" fmla="*/ 1 w 5088841"/>
              <a:gd name="connsiteY45" fmla="*/ 0 h 5023427"/>
              <a:gd name="connsiteX0" fmla="*/ 3543296 w 5083171"/>
              <a:gd name="connsiteY0" fmla="*/ 3481863 h 5023427"/>
              <a:gd name="connsiteX1" fmla="*/ 5083171 w 5083171"/>
              <a:gd name="connsiteY1" fmla="*/ 3481863 h 5023427"/>
              <a:gd name="connsiteX2" fmla="*/ 5076639 w 5083171"/>
              <a:gd name="connsiteY2" fmla="*/ 5023427 h 5023427"/>
              <a:gd name="connsiteX3" fmla="*/ 4134223 w 5083171"/>
              <a:gd name="connsiteY3" fmla="*/ 5022663 h 5023427"/>
              <a:gd name="connsiteX4" fmla="*/ 3543296 w 5083171"/>
              <a:gd name="connsiteY4" fmla="*/ 5022663 h 5023427"/>
              <a:gd name="connsiteX5" fmla="*/ 3543296 w 5083171"/>
              <a:gd name="connsiteY5" fmla="*/ 3481863 h 5023427"/>
              <a:gd name="connsiteX6" fmla="*/ 1771648 w 5083171"/>
              <a:gd name="connsiteY6" fmla="*/ 3481863 h 5023427"/>
              <a:gd name="connsiteX7" fmla="*/ 3311523 w 5083171"/>
              <a:gd name="connsiteY7" fmla="*/ 3481863 h 5023427"/>
              <a:gd name="connsiteX8" fmla="*/ 3311523 w 5083171"/>
              <a:gd name="connsiteY8" fmla="*/ 5022663 h 5023427"/>
              <a:gd name="connsiteX9" fmla="*/ 1771648 w 5083171"/>
              <a:gd name="connsiteY9" fmla="*/ 5022663 h 5023427"/>
              <a:gd name="connsiteX10" fmla="*/ 1771648 w 5083171"/>
              <a:gd name="connsiteY10" fmla="*/ 3481863 h 5023427"/>
              <a:gd name="connsiteX11" fmla="*/ 0 w 5083171"/>
              <a:gd name="connsiteY11" fmla="*/ 3481863 h 5023427"/>
              <a:gd name="connsiteX12" fmla="*/ 1539875 w 5083171"/>
              <a:gd name="connsiteY12" fmla="*/ 3481863 h 5023427"/>
              <a:gd name="connsiteX13" fmla="*/ 1539875 w 5083171"/>
              <a:gd name="connsiteY13" fmla="*/ 5022663 h 5023427"/>
              <a:gd name="connsiteX14" fmla="*/ 0 w 5083171"/>
              <a:gd name="connsiteY14" fmla="*/ 5022663 h 5023427"/>
              <a:gd name="connsiteX15" fmla="*/ 0 w 5083171"/>
              <a:gd name="connsiteY15" fmla="*/ 3481863 h 5023427"/>
              <a:gd name="connsiteX16" fmla="*/ 3543296 w 5083171"/>
              <a:gd name="connsiteY16" fmla="*/ 1740931 h 5023427"/>
              <a:gd name="connsiteX17" fmla="*/ 5083171 w 5083171"/>
              <a:gd name="connsiteY17" fmla="*/ 1740931 h 5023427"/>
              <a:gd name="connsiteX18" fmla="*/ 5083171 w 5083171"/>
              <a:gd name="connsiteY18" fmla="*/ 3281731 h 5023427"/>
              <a:gd name="connsiteX19" fmla="*/ 3543296 w 5083171"/>
              <a:gd name="connsiteY19" fmla="*/ 3281731 h 5023427"/>
              <a:gd name="connsiteX20" fmla="*/ 3543296 w 5083171"/>
              <a:gd name="connsiteY20" fmla="*/ 1740931 h 5023427"/>
              <a:gd name="connsiteX21" fmla="*/ 1771648 w 5083171"/>
              <a:gd name="connsiteY21" fmla="*/ 1740931 h 5023427"/>
              <a:gd name="connsiteX22" fmla="*/ 3311523 w 5083171"/>
              <a:gd name="connsiteY22" fmla="*/ 1740931 h 5023427"/>
              <a:gd name="connsiteX23" fmla="*/ 3311523 w 5083171"/>
              <a:gd name="connsiteY23" fmla="*/ 3281731 h 5023427"/>
              <a:gd name="connsiteX24" fmla="*/ 1771648 w 5083171"/>
              <a:gd name="connsiteY24" fmla="*/ 3281731 h 5023427"/>
              <a:gd name="connsiteX25" fmla="*/ 1771648 w 5083171"/>
              <a:gd name="connsiteY25" fmla="*/ 1740931 h 5023427"/>
              <a:gd name="connsiteX26" fmla="*/ 0 w 5083171"/>
              <a:gd name="connsiteY26" fmla="*/ 1740931 h 5023427"/>
              <a:gd name="connsiteX27" fmla="*/ 1539876 w 5083171"/>
              <a:gd name="connsiteY27" fmla="*/ 1740931 h 5023427"/>
              <a:gd name="connsiteX28" fmla="*/ 1539876 w 5083171"/>
              <a:gd name="connsiteY28" fmla="*/ 3281731 h 5023427"/>
              <a:gd name="connsiteX29" fmla="*/ 0 w 5083171"/>
              <a:gd name="connsiteY29" fmla="*/ 3281731 h 5023427"/>
              <a:gd name="connsiteX30" fmla="*/ 0 w 5083171"/>
              <a:gd name="connsiteY30" fmla="*/ 1740931 h 5023427"/>
              <a:gd name="connsiteX31" fmla="*/ 3543296 w 5083171"/>
              <a:gd name="connsiteY31" fmla="*/ 0 h 5023427"/>
              <a:gd name="connsiteX32" fmla="*/ 5083171 w 5083171"/>
              <a:gd name="connsiteY32" fmla="*/ 0 h 5023427"/>
              <a:gd name="connsiteX33" fmla="*/ 5083171 w 5083171"/>
              <a:gd name="connsiteY33" fmla="*/ 1540800 h 5023427"/>
              <a:gd name="connsiteX34" fmla="*/ 3543296 w 5083171"/>
              <a:gd name="connsiteY34" fmla="*/ 1540800 h 5023427"/>
              <a:gd name="connsiteX35" fmla="*/ 3543296 w 5083171"/>
              <a:gd name="connsiteY35" fmla="*/ 0 h 5023427"/>
              <a:gd name="connsiteX36" fmla="*/ 1771648 w 5083171"/>
              <a:gd name="connsiteY36" fmla="*/ 0 h 5023427"/>
              <a:gd name="connsiteX37" fmla="*/ 3311523 w 5083171"/>
              <a:gd name="connsiteY37" fmla="*/ 0 h 5023427"/>
              <a:gd name="connsiteX38" fmla="*/ 3311523 w 5083171"/>
              <a:gd name="connsiteY38" fmla="*/ 1540800 h 5023427"/>
              <a:gd name="connsiteX39" fmla="*/ 1771648 w 5083171"/>
              <a:gd name="connsiteY39" fmla="*/ 1540800 h 5023427"/>
              <a:gd name="connsiteX40" fmla="*/ 1771648 w 5083171"/>
              <a:gd name="connsiteY40" fmla="*/ 0 h 5023427"/>
              <a:gd name="connsiteX41" fmla="*/ 1 w 5083171"/>
              <a:gd name="connsiteY41" fmla="*/ 0 h 5023427"/>
              <a:gd name="connsiteX42" fmla="*/ 1539876 w 5083171"/>
              <a:gd name="connsiteY42" fmla="*/ 0 h 5023427"/>
              <a:gd name="connsiteX43" fmla="*/ 1539876 w 5083171"/>
              <a:gd name="connsiteY43" fmla="*/ 1540800 h 5023427"/>
              <a:gd name="connsiteX44" fmla="*/ 1 w 5083171"/>
              <a:gd name="connsiteY44" fmla="*/ 1540800 h 5023427"/>
              <a:gd name="connsiteX45" fmla="*/ 1 w 5083171"/>
              <a:gd name="connsiteY45" fmla="*/ 0 h 5023427"/>
              <a:gd name="connsiteX0" fmla="*/ 3543296 w 5085267"/>
              <a:gd name="connsiteY0" fmla="*/ 3481863 h 5023427"/>
              <a:gd name="connsiteX1" fmla="*/ 5083171 w 5085267"/>
              <a:gd name="connsiteY1" fmla="*/ 3481863 h 5023427"/>
              <a:gd name="connsiteX2" fmla="*/ 5084299 w 5085267"/>
              <a:gd name="connsiteY2" fmla="*/ 5023427 h 5023427"/>
              <a:gd name="connsiteX3" fmla="*/ 4134223 w 5085267"/>
              <a:gd name="connsiteY3" fmla="*/ 5022663 h 5023427"/>
              <a:gd name="connsiteX4" fmla="*/ 3543296 w 5085267"/>
              <a:gd name="connsiteY4" fmla="*/ 5022663 h 5023427"/>
              <a:gd name="connsiteX5" fmla="*/ 3543296 w 5085267"/>
              <a:gd name="connsiteY5" fmla="*/ 3481863 h 5023427"/>
              <a:gd name="connsiteX6" fmla="*/ 1771648 w 5085267"/>
              <a:gd name="connsiteY6" fmla="*/ 3481863 h 5023427"/>
              <a:gd name="connsiteX7" fmla="*/ 3311523 w 5085267"/>
              <a:gd name="connsiteY7" fmla="*/ 3481863 h 5023427"/>
              <a:gd name="connsiteX8" fmla="*/ 3311523 w 5085267"/>
              <a:gd name="connsiteY8" fmla="*/ 5022663 h 5023427"/>
              <a:gd name="connsiteX9" fmla="*/ 1771648 w 5085267"/>
              <a:gd name="connsiteY9" fmla="*/ 5022663 h 5023427"/>
              <a:gd name="connsiteX10" fmla="*/ 1771648 w 5085267"/>
              <a:gd name="connsiteY10" fmla="*/ 3481863 h 5023427"/>
              <a:gd name="connsiteX11" fmla="*/ 0 w 5085267"/>
              <a:gd name="connsiteY11" fmla="*/ 3481863 h 5023427"/>
              <a:gd name="connsiteX12" fmla="*/ 1539875 w 5085267"/>
              <a:gd name="connsiteY12" fmla="*/ 3481863 h 5023427"/>
              <a:gd name="connsiteX13" fmla="*/ 1539875 w 5085267"/>
              <a:gd name="connsiteY13" fmla="*/ 5022663 h 5023427"/>
              <a:gd name="connsiteX14" fmla="*/ 0 w 5085267"/>
              <a:gd name="connsiteY14" fmla="*/ 5022663 h 5023427"/>
              <a:gd name="connsiteX15" fmla="*/ 0 w 5085267"/>
              <a:gd name="connsiteY15" fmla="*/ 3481863 h 5023427"/>
              <a:gd name="connsiteX16" fmla="*/ 3543296 w 5085267"/>
              <a:gd name="connsiteY16" fmla="*/ 1740931 h 5023427"/>
              <a:gd name="connsiteX17" fmla="*/ 5083171 w 5085267"/>
              <a:gd name="connsiteY17" fmla="*/ 1740931 h 5023427"/>
              <a:gd name="connsiteX18" fmla="*/ 5083171 w 5085267"/>
              <a:gd name="connsiteY18" fmla="*/ 3281731 h 5023427"/>
              <a:gd name="connsiteX19" fmla="*/ 3543296 w 5085267"/>
              <a:gd name="connsiteY19" fmla="*/ 3281731 h 5023427"/>
              <a:gd name="connsiteX20" fmla="*/ 3543296 w 5085267"/>
              <a:gd name="connsiteY20" fmla="*/ 1740931 h 5023427"/>
              <a:gd name="connsiteX21" fmla="*/ 1771648 w 5085267"/>
              <a:gd name="connsiteY21" fmla="*/ 1740931 h 5023427"/>
              <a:gd name="connsiteX22" fmla="*/ 3311523 w 5085267"/>
              <a:gd name="connsiteY22" fmla="*/ 1740931 h 5023427"/>
              <a:gd name="connsiteX23" fmla="*/ 3311523 w 5085267"/>
              <a:gd name="connsiteY23" fmla="*/ 3281731 h 5023427"/>
              <a:gd name="connsiteX24" fmla="*/ 1771648 w 5085267"/>
              <a:gd name="connsiteY24" fmla="*/ 3281731 h 5023427"/>
              <a:gd name="connsiteX25" fmla="*/ 1771648 w 5085267"/>
              <a:gd name="connsiteY25" fmla="*/ 1740931 h 5023427"/>
              <a:gd name="connsiteX26" fmla="*/ 0 w 5085267"/>
              <a:gd name="connsiteY26" fmla="*/ 1740931 h 5023427"/>
              <a:gd name="connsiteX27" fmla="*/ 1539876 w 5085267"/>
              <a:gd name="connsiteY27" fmla="*/ 1740931 h 5023427"/>
              <a:gd name="connsiteX28" fmla="*/ 1539876 w 5085267"/>
              <a:gd name="connsiteY28" fmla="*/ 3281731 h 5023427"/>
              <a:gd name="connsiteX29" fmla="*/ 0 w 5085267"/>
              <a:gd name="connsiteY29" fmla="*/ 3281731 h 5023427"/>
              <a:gd name="connsiteX30" fmla="*/ 0 w 5085267"/>
              <a:gd name="connsiteY30" fmla="*/ 1740931 h 5023427"/>
              <a:gd name="connsiteX31" fmla="*/ 3543296 w 5085267"/>
              <a:gd name="connsiteY31" fmla="*/ 0 h 5023427"/>
              <a:gd name="connsiteX32" fmla="*/ 5083171 w 5085267"/>
              <a:gd name="connsiteY32" fmla="*/ 0 h 5023427"/>
              <a:gd name="connsiteX33" fmla="*/ 5083171 w 5085267"/>
              <a:gd name="connsiteY33" fmla="*/ 1540800 h 5023427"/>
              <a:gd name="connsiteX34" fmla="*/ 3543296 w 5085267"/>
              <a:gd name="connsiteY34" fmla="*/ 1540800 h 5023427"/>
              <a:gd name="connsiteX35" fmla="*/ 3543296 w 5085267"/>
              <a:gd name="connsiteY35" fmla="*/ 0 h 5023427"/>
              <a:gd name="connsiteX36" fmla="*/ 1771648 w 5085267"/>
              <a:gd name="connsiteY36" fmla="*/ 0 h 5023427"/>
              <a:gd name="connsiteX37" fmla="*/ 3311523 w 5085267"/>
              <a:gd name="connsiteY37" fmla="*/ 0 h 5023427"/>
              <a:gd name="connsiteX38" fmla="*/ 3311523 w 5085267"/>
              <a:gd name="connsiteY38" fmla="*/ 1540800 h 5023427"/>
              <a:gd name="connsiteX39" fmla="*/ 1771648 w 5085267"/>
              <a:gd name="connsiteY39" fmla="*/ 1540800 h 5023427"/>
              <a:gd name="connsiteX40" fmla="*/ 1771648 w 5085267"/>
              <a:gd name="connsiteY40" fmla="*/ 0 h 5023427"/>
              <a:gd name="connsiteX41" fmla="*/ 1 w 5085267"/>
              <a:gd name="connsiteY41" fmla="*/ 0 h 5023427"/>
              <a:gd name="connsiteX42" fmla="*/ 1539876 w 5085267"/>
              <a:gd name="connsiteY42" fmla="*/ 0 h 5023427"/>
              <a:gd name="connsiteX43" fmla="*/ 1539876 w 5085267"/>
              <a:gd name="connsiteY43" fmla="*/ 1540800 h 5023427"/>
              <a:gd name="connsiteX44" fmla="*/ 1 w 5085267"/>
              <a:gd name="connsiteY44" fmla="*/ 1540800 h 5023427"/>
              <a:gd name="connsiteX45" fmla="*/ 1 w 5085267"/>
              <a:gd name="connsiteY45" fmla="*/ 0 h 5023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085267" h="5023427">
                <a:moveTo>
                  <a:pt x="3543296" y="3481863"/>
                </a:moveTo>
                <a:lnTo>
                  <a:pt x="5083171" y="3481863"/>
                </a:lnTo>
                <a:cubicBezTo>
                  <a:pt x="5079415" y="4002029"/>
                  <a:pt x="5088055" y="4503261"/>
                  <a:pt x="5084299" y="5023427"/>
                </a:cubicBezTo>
                <a:lnTo>
                  <a:pt x="4134223" y="5022663"/>
                </a:lnTo>
                <a:lnTo>
                  <a:pt x="3543296" y="5022663"/>
                </a:lnTo>
                <a:lnTo>
                  <a:pt x="3543296" y="3481863"/>
                </a:lnTo>
                <a:close/>
                <a:moveTo>
                  <a:pt x="1771648" y="3481863"/>
                </a:moveTo>
                <a:lnTo>
                  <a:pt x="3311523" y="3481863"/>
                </a:lnTo>
                <a:lnTo>
                  <a:pt x="3311523" y="5022663"/>
                </a:lnTo>
                <a:lnTo>
                  <a:pt x="1771648" y="5022663"/>
                </a:lnTo>
                <a:lnTo>
                  <a:pt x="1771648" y="3481863"/>
                </a:lnTo>
                <a:close/>
                <a:moveTo>
                  <a:pt x="0" y="3481863"/>
                </a:moveTo>
                <a:lnTo>
                  <a:pt x="1539875" y="3481863"/>
                </a:lnTo>
                <a:lnTo>
                  <a:pt x="1539875" y="5022663"/>
                </a:lnTo>
                <a:lnTo>
                  <a:pt x="0" y="5022663"/>
                </a:lnTo>
                <a:lnTo>
                  <a:pt x="0" y="3481863"/>
                </a:lnTo>
                <a:close/>
                <a:moveTo>
                  <a:pt x="3543296" y="1740931"/>
                </a:moveTo>
                <a:lnTo>
                  <a:pt x="5083171" y="1740931"/>
                </a:lnTo>
                <a:lnTo>
                  <a:pt x="5083171" y="3281731"/>
                </a:lnTo>
                <a:lnTo>
                  <a:pt x="3543296" y="3281731"/>
                </a:lnTo>
                <a:lnTo>
                  <a:pt x="3543296" y="1740931"/>
                </a:lnTo>
                <a:close/>
                <a:moveTo>
                  <a:pt x="1771648" y="1740931"/>
                </a:moveTo>
                <a:lnTo>
                  <a:pt x="3311523" y="1740931"/>
                </a:lnTo>
                <a:lnTo>
                  <a:pt x="3311523" y="3281731"/>
                </a:lnTo>
                <a:lnTo>
                  <a:pt x="1771648" y="3281731"/>
                </a:lnTo>
                <a:lnTo>
                  <a:pt x="1771648" y="1740931"/>
                </a:lnTo>
                <a:close/>
                <a:moveTo>
                  <a:pt x="0" y="1740931"/>
                </a:moveTo>
                <a:lnTo>
                  <a:pt x="1539876" y="1740931"/>
                </a:lnTo>
                <a:lnTo>
                  <a:pt x="1539876" y="3281731"/>
                </a:lnTo>
                <a:lnTo>
                  <a:pt x="0" y="3281731"/>
                </a:lnTo>
                <a:lnTo>
                  <a:pt x="0" y="1740931"/>
                </a:lnTo>
                <a:close/>
                <a:moveTo>
                  <a:pt x="3543296" y="0"/>
                </a:moveTo>
                <a:lnTo>
                  <a:pt x="5083171" y="0"/>
                </a:lnTo>
                <a:lnTo>
                  <a:pt x="5083171" y="1540800"/>
                </a:lnTo>
                <a:lnTo>
                  <a:pt x="3543296" y="1540800"/>
                </a:lnTo>
                <a:lnTo>
                  <a:pt x="3543296" y="0"/>
                </a:lnTo>
                <a:close/>
                <a:moveTo>
                  <a:pt x="1771648" y="0"/>
                </a:moveTo>
                <a:lnTo>
                  <a:pt x="3311523" y="0"/>
                </a:lnTo>
                <a:lnTo>
                  <a:pt x="3311523" y="1540800"/>
                </a:lnTo>
                <a:lnTo>
                  <a:pt x="1771648" y="1540800"/>
                </a:lnTo>
                <a:lnTo>
                  <a:pt x="1771648" y="0"/>
                </a:lnTo>
                <a:close/>
                <a:moveTo>
                  <a:pt x="1" y="0"/>
                </a:moveTo>
                <a:lnTo>
                  <a:pt x="1539876" y="0"/>
                </a:lnTo>
                <a:lnTo>
                  <a:pt x="1539876" y="1540800"/>
                </a:lnTo>
                <a:lnTo>
                  <a:pt x="1" y="1540800"/>
                </a:lnTo>
                <a:lnTo>
                  <a:pt x="1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B6E3C17C-7450-B5C7-FD4F-B1F8EDDBC06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3469" y="1811162"/>
            <a:ext cx="3490511" cy="33671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4400" b="1" kern="1200" dirty="0" smtClean="0">
                <a:solidFill>
                  <a:srgbClr val="7B7B7B"/>
                </a:solidFill>
                <a:latin typeface="Santander Headline"/>
                <a:ea typeface="+mn-ea"/>
                <a:cs typeface="Santander Headline"/>
              </a:defRPr>
            </a:lvl1pPr>
            <a:lvl2pPr marL="457200" indent="0">
              <a:buNone/>
              <a:defRPr lang="es-ES" sz="4400" b="1" kern="1200" dirty="0" smtClean="0">
                <a:solidFill>
                  <a:srgbClr val="7B7B7B"/>
                </a:solidFill>
                <a:latin typeface="Santander Headline"/>
                <a:ea typeface="+mn-ea"/>
                <a:cs typeface="Santander Headline"/>
              </a:defRPr>
            </a:lvl2pPr>
            <a:lvl3pPr marL="914400" indent="0">
              <a:buNone/>
              <a:defRPr lang="es-ES" sz="4400" b="1" kern="1200" dirty="0" smtClean="0">
                <a:solidFill>
                  <a:srgbClr val="7B7B7B"/>
                </a:solidFill>
                <a:latin typeface="Santander Headline"/>
                <a:ea typeface="+mn-ea"/>
                <a:cs typeface="Santander Headline"/>
              </a:defRPr>
            </a:lvl3pPr>
            <a:lvl4pPr marL="1371600" indent="0">
              <a:buNone/>
              <a:defRPr lang="es-ES" sz="4400" b="1" kern="1200" dirty="0" smtClean="0">
                <a:solidFill>
                  <a:srgbClr val="7B7B7B"/>
                </a:solidFill>
                <a:latin typeface="Santander Headline"/>
                <a:ea typeface="+mn-ea"/>
                <a:cs typeface="Santander Headline"/>
              </a:defRPr>
            </a:lvl4pPr>
            <a:lvl5pPr marL="1828800" indent="0">
              <a:buNone/>
              <a:defRPr lang="en-GB" sz="4400" b="1" kern="1200" dirty="0">
                <a:solidFill>
                  <a:srgbClr val="7B7B7B"/>
                </a:solidFill>
                <a:latin typeface="Santander Headline"/>
                <a:ea typeface="+mn-ea"/>
                <a:cs typeface="Santander Headline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8C61195-C278-DC97-6180-F0659B4BE684}"/>
              </a:ext>
            </a:extLst>
          </p:cNvPr>
          <p:cNvGrpSpPr/>
          <p:nvPr userDrawn="1"/>
        </p:nvGrpSpPr>
        <p:grpSpPr>
          <a:xfrm>
            <a:off x="393702" y="5745904"/>
            <a:ext cx="734168" cy="734168"/>
            <a:chOff x="18377262" y="9517176"/>
            <a:chExt cx="1183203" cy="1183202"/>
          </a:xfrm>
          <a:solidFill>
            <a:srgbClr val="323232"/>
          </a:solidFill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5BC06FFF-CB37-84BA-8D95-0BE3FC792216}"/>
                </a:ext>
              </a:extLst>
            </p:cNvPr>
            <p:cNvSpPr/>
            <p:nvPr/>
          </p:nvSpPr>
          <p:spPr>
            <a:xfrm>
              <a:off x="19323611" y="10463524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07320A34-0B95-B22E-6560-D73542EC82DA}"/>
                </a:ext>
              </a:extLst>
            </p:cNvPr>
            <p:cNvSpPr/>
            <p:nvPr/>
          </p:nvSpPr>
          <p:spPr>
            <a:xfrm>
              <a:off x="19323611" y="9990355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FAD568DF-D257-FFC5-098A-AD8388C217DE}"/>
                </a:ext>
              </a:extLst>
            </p:cNvPr>
            <p:cNvSpPr/>
            <p:nvPr/>
          </p:nvSpPr>
          <p:spPr>
            <a:xfrm>
              <a:off x="18850430" y="9517176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9C46B56F-3F46-B965-F720-D6FEE2BFE917}"/>
                </a:ext>
              </a:extLst>
            </p:cNvPr>
            <p:cNvSpPr/>
            <p:nvPr/>
          </p:nvSpPr>
          <p:spPr>
            <a:xfrm>
              <a:off x="18377262" y="10463524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9">
              <a:extLst>
                <a:ext uri="{FF2B5EF4-FFF2-40B4-BE49-F238E27FC236}">
                  <a16:creationId xmlns:a16="http://schemas.microsoft.com/office/drawing/2014/main" id="{4362FB4A-4F03-EB6F-C208-818E349753F7}"/>
                </a:ext>
              </a:extLst>
            </p:cNvPr>
            <p:cNvSpPr/>
            <p:nvPr/>
          </p:nvSpPr>
          <p:spPr>
            <a:xfrm>
              <a:off x="18850430" y="9990355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0">
              <a:extLst>
                <a:ext uri="{FF2B5EF4-FFF2-40B4-BE49-F238E27FC236}">
                  <a16:creationId xmlns:a16="http://schemas.microsoft.com/office/drawing/2014/main" id="{F554D0AB-ACEF-0BED-7436-AB14B33855EB}"/>
                </a:ext>
              </a:extLst>
            </p:cNvPr>
            <p:cNvSpPr/>
            <p:nvPr/>
          </p:nvSpPr>
          <p:spPr>
            <a:xfrm>
              <a:off x="19323611" y="9517176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6B754F5C-0639-A56E-1354-9DD7947594F3}"/>
                </a:ext>
              </a:extLst>
            </p:cNvPr>
            <p:cNvSpPr/>
            <p:nvPr/>
          </p:nvSpPr>
          <p:spPr>
            <a:xfrm>
              <a:off x="18377262" y="9990355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B7ADA801-A354-8FC2-413C-18CB88A46FF6}"/>
                </a:ext>
              </a:extLst>
            </p:cNvPr>
            <p:cNvSpPr/>
            <p:nvPr/>
          </p:nvSpPr>
          <p:spPr>
            <a:xfrm>
              <a:off x="18377262" y="9517176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4D1F4171-3E76-2150-0851-1DAD21D4631A}"/>
                </a:ext>
              </a:extLst>
            </p:cNvPr>
            <p:cNvSpPr/>
            <p:nvPr/>
          </p:nvSpPr>
          <p:spPr>
            <a:xfrm>
              <a:off x="18850430" y="10463524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EC80684A-FBF6-008B-E5F2-33E0161B9C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13469" y="5401790"/>
            <a:ext cx="3502894" cy="441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s-ES" sz="1100" kern="1200" dirty="0" smtClean="0">
                <a:solidFill>
                  <a:srgbClr val="7B7B7B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buNone/>
              <a:defRPr lang="es-ES" sz="1100" kern="1200" dirty="0" smtClean="0">
                <a:solidFill>
                  <a:srgbClr val="7B7B7B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buNone/>
              <a:defRPr lang="es-ES" sz="1100" kern="1200" dirty="0" smtClean="0">
                <a:solidFill>
                  <a:srgbClr val="7B7B7B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buNone/>
              <a:defRPr lang="es-ES" sz="1100" kern="1200" dirty="0" smtClean="0">
                <a:solidFill>
                  <a:srgbClr val="7B7B7B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buNone/>
              <a:defRPr lang="en-GB" sz="1100" kern="1200" dirty="0">
                <a:solidFill>
                  <a:srgbClr val="7B7B7B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CA8FECB7-CD7E-D7DC-A1A3-DF207D43EC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3702" y="457201"/>
            <a:ext cx="1579953" cy="35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" userDrawn="1">
          <p15:clr>
            <a:srgbClr val="FBAE40"/>
          </p15:clr>
        </p15:guide>
        <p15:guide id="2" pos="7340" userDrawn="1">
          <p15:clr>
            <a:srgbClr val="FBAE40"/>
          </p15:clr>
        </p15:guide>
        <p15:guide id="3" orient="horz" pos="3980" userDrawn="1">
          <p15:clr>
            <a:srgbClr val="FBAE40"/>
          </p15:clr>
        </p15:guide>
        <p15:guide id="5" pos="34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ortada_endoso dist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D1144BAD-3819-50BA-F60F-9DC5CABDB522}"/>
              </a:ext>
            </a:extLst>
          </p:cNvPr>
          <p:cNvSpPr/>
          <p:nvPr userDrawn="1"/>
        </p:nvSpPr>
        <p:spPr>
          <a:xfrm>
            <a:off x="5311775" y="0"/>
            <a:ext cx="6880225" cy="6858000"/>
          </a:xfrm>
          <a:custGeom>
            <a:avLst/>
            <a:gdLst/>
            <a:ahLst/>
            <a:cxnLst/>
            <a:rect l="l" t="t" r="r" b="b"/>
            <a:pathLst>
              <a:path w="12062460" h="10554970">
                <a:moveTo>
                  <a:pt x="12062459" y="0"/>
                </a:moveTo>
                <a:lnTo>
                  <a:pt x="0" y="0"/>
                </a:lnTo>
                <a:lnTo>
                  <a:pt x="0" y="10554652"/>
                </a:lnTo>
                <a:lnTo>
                  <a:pt x="12062459" y="10554652"/>
                </a:lnTo>
                <a:lnTo>
                  <a:pt x="12062459" y="0"/>
                </a:lnTo>
                <a:close/>
              </a:path>
            </a:pathLst>
          </a:custGeom>
          <a:solidFill>
            <a:schemeClr val="accent3">
              <a:alpha val="58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B6E3C17C-7450-B5C7-FD4F-B1F8EDDBC06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3469" y="1811162"/>
            <a:ext cx="3490511" cy="33671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4400" b="1" kern="1200" dirty="0" smtClean="0">
                <a:solidFill>
                  <a:srgbClr val="7B7B7B"/>
                </a:solidFill>
                <a:latin typeface="Santander Headline"/>
                <a:ea typeface="+mn-ea"/>
                <a:cs typeface="Santander Headline"/>
              </a:defRPr>
            </a:lvl1pPr>
            <a:lvl2pPr marL="457200" indent="0">
              <a:buNone/>
              <a:defRPr lang="es-ES" sz="4400" b="1" kern="1200" dirty="0" smtClean="0">
                <a:solidFill>
                  <a:srgbClr val="7B7B7B"/>
                </a:solidFill>
                <a:latin typeface="Santander Headline"/>
                <a:ea typeface="+mn-ea"/>
                <a:cs typeface="Santander Headline"/>
              </a:defRPr>
            </a:lvl2pPr>
            <a:lvl3pPr marL="914400" indent="0">
              <a:buNone/>
              <a:defRPr lang="es-ES" sz="4400" b="1" kern="1200" dirty="0" smtClean="0">
                <a:solidFill>
                  <a:srgbClr val="7B7B7B"/>
                </a:solidFill>
                <a:latin typeface="Santander Headline"/>
                <a:ea typeface="+mn-ea"/>
                <a:cs typeface="Santander Headline"/>
              </a:defRPr>
            </a:lvl3pPr>
            <a:lvl4pPr marL="1371600" indent="0">
              <a:buNone/>
              <a:defRPr lang="es-ES" sz="4400" b="1" kern="1200" dirty="0" smtClean="0">
                <a:solidFill>
                  <a:srgbClr val="7B7B7B"/>
                </a:solidFill>
                <a:latin typeface="Santander Headline"/>
                <a:ea typeface="+mn-ea"/>
                <a:cs typeface="Santander Headline"/>
              </a:defRPr>
            </a:lvl4pPr>
            <a:lvl5pPr marL="1828800" indent="0">
              <a:buNone/>
              <a:defRPr lang="en-GB" sz="4400" b="1" kern="1200" dirty="0">
                <a:solidFill>
                  <a:srgbClr val="7B7B7B"/>
                </a:solidFill>
                <a:latin typeface="Santander Headline"/>
                <a:ea typeface="+mn-ea"/>
                <a:cs typeface="Santander Headline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EC80684A-FBF6-008B-E5F2-33E0161B9C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13469" y="5401790"/>
            <a:ext cx="3502894" cy="441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s-ES" sz="1100" kern="1200" dirty="0" smtClean="0">
                <a:solidFill>
                  <a:srgbClr val="7B7B7B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buNone/>
              <a:defRPr lang="es-ES" sz="1100" kern="1200" dirty="0" smtClean="0">
                <a:solidFill>
                  <a:srgbClr val="7B7B7B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buNone/>
              <a:defRPr lang="es-ES" sz="1100" kern="1200" dirty="0" smtClean="0">
                <a:solidFill>
                  <a:srgbClr val="7B7B7B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buNone/>
              <a:defRPr lang="es-ES" sz="1100" kern="1200" dirty="0" smtClean="0">
                <a:solidFill>
                  <a:srgbClr val="7B7B7B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buNone/>
              <a:defRPr lang="en-GB" sz="1100" kern="1200" dirty="0">
                <a:solidFill>
                  <a:srgbClr val="7B7B7B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AE951C6-D0AC-5D11-B083-CF102C2C4B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51041" y="234345"/>
            <a:ext cx="1106877" cy="24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42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arcador de posición de imagen 22">
            <a:extLst>
              <a:ext uri="{FF2B5EF4-FFF2-40B4-BE49-F238E27FC236}">
                <a16:creationId xmlns:a16="http://schemas.microsoft.com/office/drawing/2014/main" id="{11CCC11B-CEC8-23CE-7D80-7D3506E0FE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4888" y="1394346"/>
            <a:ext cx="3905250" cy="3748060"/>
          </a:xfrm>
          <a:custGeom>
            <a:avLst/>
            <a:gdLst>
              <a:gd name="connsiteX0" fmla="*/ 0 w 3905250"/>
              <a:gd name="connsiteY0" fmla="*/ 0 h 3748060"/>
              <a:gd name="connsiteX1" fmla="*/ 3905250 w 3905250"/>
              <a:gd name="connsiteY1" fmla="*/ 0 h 3748060"/>
              <a:gd name="connsiteX2" fmla="*/ 3905250 w 3905250"/>
              <a:gd name="connsiteY2" fmla="*/ 3146566 h 3748060"/>
              <a:gd name="connsiteX3" fmla="*/ 3303756 w 3905250"/>
              <a:gd name="connsiteY3" fmla="*/ 3748060 h 3748060"/>
              <a:gd name="connsiteX4" fmla="*/ 0 w 3905250"/>
              <a:gd name="connsiteY4" fmla="*/ 3748060 h 3748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5250" h="3748060">
                <a:moveTo>
                  <a:pt x="0" y="0"/>
                </a:moveTo>
                <a:lnTo>
                  <a:pt x="3905250" y="0"/>
                </a:lnTo>
                <a:lnTo>
                  <a:pt x="3905250" y="3146566"/>
                </a:lnTo>
                <a:lnTo>
                  <a:pt x="3303756" y="3748060"/>
                </a:lnTo>
                <a:lnTo>
                  <a:pt x="0" y="374806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4" name="object 23">
            <a:extLst>
              <a:ext uri="{FF2B5EF4-FFF2-40B4-BE49-F238E27FC236}">
                <a16:creationId xmlns:a16="http://schemas.microsoft.com/office/drawing/2014/main" id="{2BDB6F84-84CD-6132-0BD0-C8C20AF8A1F6}"/>
              </a:ext>
            </a:extLst>
          </p:cNvPr>
          <p:cNvSpPr txBox="1"/>
          <p:nvPr userDrawn="1"/>
        </p:nvSpPr>
        <p:spPr>
          <a:xfrm>
            <a:off x="6856433" y="1433923"/>
            <a:ext cx="506167" cy="198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">
                <a:solidFill>
                  <a:srgbClr val="9D9D9C"/>
                </a:solidFill>
                <a:latin typeface="Santander Micro Text"/>
                <a:cs typeface="Santander Micro Text"/>
              </a:rPr>
              <a:t>Índice</a:t>
            </a:r>
            <a:endParaRPr sz="2300">
              <a:latin typeface="Santander Micro Text"/>
              <a:cs typeface="Santander Micro Text"/>
            </a:endParaRPr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04EE6887-069B-195F-1D41-ADA779921C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56433" y="1935451"/>
            <a:ext cx="3060700" cy="8223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60000" indent="-360000">
              <a:lnSpc>
                <a:spcPct val="100000"/>
              </a:lnSpc>
              <a:spcBef>
                <a:spcPts val="2200"/>
              </a:spcBef>
              <a:buFont typeface="+mj-lt"/>
              <a:buAutoNum type="arabicPeriod"/>
              <a:defRPr lang="es-ES" sz="1800" b="1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buNone/>
              <a:defRPr lang="es-ES" sz="1800" b="1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buNone/>
              <a:defRPr lang="es-ES" sz="1800" b="1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buNone/>
              <a:defRPr lang="es-ES" sz="1800" b="1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buNone/>
              <a:defRPr lang="en-GB" sz="1800" b="1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79312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par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posición de imagen 25">
            <a:extLst>
              <a:ext uri="{FF2B5EF4-FFF2-40B4-BE49-F238E27FC236}">
                <a16:creationId xmlns:a16="http://schemas.microsoft.com/office/drawing/2014/main" id="{2F828A7F-CD6B-49E8-197B-2DF0362B142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7905526" cy="6857898"/>
          </a:xfrm>
          <a:custGeom>
            <a:avLst/>
            <a:gdLst>
              <a:gd name="connsiteX0" fmla="*/ 452000 w 7905526"/>
              <a:gd name="connsiteY0" fmla="*/ 6675682 h 6857898"/>
              <a:gd name="connsiteX1" fmla="*/ 452000 w 7905526"/>
              <a:gd name="connsiteY1" fmla="*/ 6746291 h 6857898"/>
              <a:gd name="connsiteX2" fmla="*/ 522601 w 7905526"/>
              <a:gd name="connsiteY2" fmla="*/ 6746291 h 6857898"/>
              <a:gd name="connsiteX3" fmla="*/ 522601 w 7905526"/>
              <a:gd name="connsiteY3" fmla="*/ 6675682 h 6857898"/>
              <a:gd name="connsiteX4" fmla="*/ 310788 w 7905526"/>
              <a:gd name="connsiteY4" fmla="*/ 6675682 h 6857898"/>
              <a:gd name="connsiteX5" fmla="*/ 310788 w 7905526"/>
              <a:gd name="connsiteY5" fmla="*/ 6746291 h 6857898"/>
              <a:gd name="connsiteX6" fmla="*/ 381390 w 7905526"/>
              <a:gd name="connsiteY6" fmla="*/ 6746291 h 6857898"/>
              <a:gd name="connsiteX7" fmla="*/ 381390 w 7905526"/>
              <a:gd name="connsiteY7" fmla="*/ 6675682 h 6857898"/>
              <a:gd name="connsiteX8" fmla="*/ 169577 w 7905526"/>
              <a:gd name="connsiteY8" fmla="*/ 6675682 h 6857898"/>
              <a:gd name="connsiteX9" fmla="*/ 169577 w 7905526"/>
              <a:gd name="connsiteY9" fmla="*/ 6746291 h 6857898"/>
              <a:gd name="connsiteX10" fmla="*/ 240178 w 7905526"/>
              <a:gd name="connsiteY10" fmla="*/ 6746291 h 6857898"/>
              <a:gd name="connsiteX11" fmla="*/ 240178 w 7905526"/>
              <a:gd name="connsiteY11" fmla="*/ 6675682 h 6857898"/>
              <a:gd name="connsiteX12" fmla="*/ 452000 w 7905526"/>
              <a:gd name="connsiteY12" fmla="*/ 6534478 h 6857898"/>
              <a:gd name="connsiteX13" fmla="*/ 452000 w 7905526"/>
              <a:gd name="connsiteY13" fmla="*/ 6605080 h 6857898"/>
              <a:gd name="connsiteX14" fmla="*/ 522601 w 7905526"/>
              <a:gd name="connsiteY14" fmla="*/ 6605080 h 6857898"/>
              <a:gd name="connsiteX15" fmla="*/ 522601 w 7905526"/>
              <a:gd name="connsiteY15" fmla="*/ 6534478 h 6857898"/>
              <a:gd name="connsiteX16" fmla="*/ 310788 w 7905526"/>
              <a:gd name="connsiteY16" fmla="*/ 6534478 h 6857898"/>
              <a:gd name="connsiteX17" fmla="*/ 310788 w 7905526"/>
              <a:gd name="connsiteY17" fmla="*/ 6605080 h 6857898"/>
              <a:gd name="connsiteX18" fmla="*/ 381390 w 7905526"/>
              <a:gd name="connsiteY18" fmla="*/ 6605080 h 6857898"/>
              <a:gd name="connsiteX19" fmla="*/ 381390 w 7905526"/>
              <a:gd name="connsiteY19" fmla="*/ 6534478 h 6857898"/>
              <a:gd name="connsiteX20" fmla="*/ 169577 w 7905526"/>
              <a:gd name="connsiteY20" fmla="*/ 6534478 h 6857898"/>
              <a:gd name="connsiteX21" fmla="*/ 169577 w 7905526"/>
              <a:gd name="connsiteY21" fmla="*/ 6605080 h 6857898"/>
              <a:gd name="connsiteX22" fmla="*/ 240178 w 7905526"/>
              <a:gd name="connsiteY22" fmla="*/ 6605080 h 6857898"/>
              <a:gd name="connsiteX23" fmla="*/ 240178 w 7905526"/>
              <a:gd name="connsiteY23" fmla="*/ 6534478 h 6857898"/>
              <a:gd name="connsiteX24" fmla="*/ 452000 w 7905526"/>
              <a:gd name="connsiteY24" fmla="*/ 6393275 h 6857898"/>
              <a:gd name="connsiteX25" fmla="*/ 452000 w 7905526"/>
              <a:gd name="connsiteY25" fmla="*/ 6463876 h 6857898"/>
              <a:gd name="connsiteX26" fmla="*/ 522601 w 7905526"/>
              <a:gd name="connsiteY26" fmla="*/ 6463876 h 6857898"/>
              <a:gd name="connsiteX27" fmla="*/ 522601 w 7905526"/>
              <a:gd name="connsiteY27" fmla="*/ 6393275 h 6857898"/>
              <a:gd name="connsiteX28" fmla="*/ 310788 w 7905526"/>
              <a:gd name="connsiteY28" fmla="*/ 6393275 h 6857898"/>
              <a:gd name="connsiteX29" fmla="*/ 310788 w 7905526"/>
              <a:gd name="connsiteY29" fmla="*/ 6463876 h 6857898"/>
              <a:gd name="connsiteX30" fmla="*/ 381390 w 7905526"/>
              <a:gd name="connsiteY30" fmla="*/ 6463876 h 6857898"/>
              <a:gd name="connsiteX31" fmla="*/ 381390 w 7905526"/>
              <a:gd name="connsiteY31" fmla="*/ 6393275 h 6857898"/>
              <a:gd name="connsiteX32" fmla="*/ 169577 w 7905526"/>
              <a:gd name="connsiteY32" fmla="*/ 6393275 h 6857898"/>
              <a:gd name="connsiteX33" fmla="*/ 169577 w 7905526"/>
              <a:gd name="connsiteY33" fmla="*/ 6463876 h 6857898"/>
              <a:gd name="connsiteX34" fmla="*/ 240178 w 7905526"/>
              <a:gd name="connsiteY34" fmla="*/ 6463876 h 6857898"/>
              <a:gd name="connsiteX35" fmla="*/ 240178 w 7905526"/>
              <a:gd name="connsiteY35" fmla="*/ 6393275 h 6857898"/>
              <a:gd name="connsiteX36" fmla="*/ 0 w 7905526"/>
              <a:gd name="connsiteY36" fmla="*/ 0 h 6857898"/>
              <a:gd name="connsiteX37" fmla="*/ 7905526 w 7905526"/>
              <a:gd name="connsiteY37" fmla="*/ 0 h 6857898"/>
              <a:gd name="connsiteX38" fmla="*/ 7905526 w 7905526"/>
              <a:gd name="connsiteY38" fmla="*/ 6857898 h 6857898"/>
              <a:gd name="connsiteX39" fmla="*/ 0 w 7905526"/>
              <a:gd name="connsiteY39" fmla="*/ 6857898 h 6857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7905526" h="6857898">
                <a:moveTo>
                  <a:pt x="452000" y="6675682"/>
                </a:moveTo>
                <a:lnTo>
                  <a:pt x="452000" y="6746291"/>
                </a:lnTo>
                <a:lnTo>
                  <a:pt x="522601" y="6746291"/>
                </a:lnTo>
                <a:lnTo>
                  <a:pt x="522601" y="6675682"/>
                </a:lnTo>
                <a:close/>
                <a:moveTo>
                  <a:pt x="310788" y="6675682"/>
                </a:moveTo>
                <a:lnTo>
                  <a:pt x="310788" y="6746291"/>
                </a:lnTo>
                <a:lnTo>
                  <a:pt x="381390" y="6746291"/>
                </a:lnTo>
                <a:lnTo>
                  <a:pt x="381390" y="6675682"/>
                </a:lnTo>
                <a:close/>
                <a:moveTo>
                  <a:pt x="169577" y="6675682"/>
                </a:moveTo>
                <a:lnTo>
                  <a:pt x="169577" y="6746291"/>
                </a:lnTo>
                <a:lnTo>
                  <a:pt x="240178" y="6746291"/>
                </a:lnTo>
                <a:lnTo>
                  <a:pt x="240178" y="6675682"/>
                </a:lnTo>
                <a:close/>
                <a:moveTo>
                  <a:pt x="452000" y="6534478"/>
                </a:moveTo>
                <a:lnTo>
                  <a:pt x="452000" y="6605080"/>
                </a:lnTo>
                <a:lnTo>
                  <a:pt x="522601" y="6605080"/>
                </a:lnTo>
                <a:lnTo>
                  <a:pt x="522601" y="6534478"/>
                </a:lnTo>
                <a:close/>
                <a:moveTo>
                  <a:pt x="310788" y="6534478"/>
                </a:moveTo>
                <a:lnTo>
                  <a:pt x="310788" y="6605080"/>
                </a:lnTo>
                <a:lnTo>
                  <a:pt x="381390" y="6605080"/>
                </a:lnTo>
                <a:lnTo>
                  <a:pt x="381390" y="6534478"/>
                </a:lnTo>
                <a:close/>
                <a:moveTo>
                  <a:pt x="169577" y="6534478"/>
                </a:moveTo>
                <a:lnTo>
                  <a:pt x="169577" y="6605080"/>
                </a:lnTo>
                <a:lnTo>
                  <a:pt x="240178" y="6605080"/>
                </a:lnTo>
                <a:lnTo>
                  <a:pt x="240178" y="6534478"/>
                </a:lnTo>
                <a:close/>
                <a:moveTo>
                  <a:pt x="452000" y="6393275"/>
                </a:moveTo>
                <a:lnTo>
                  <a:pt x="452000" y="6463876"/>
                </a:lnTo>
                <a:lnTo>
                  <a:pt x="522601" y="6463876"/>
                </a:lnTo>
                <a:lnTo>
                  <a:pt x="522601" y="6393275"/>
                </a:lnTo>
                <a:close/>
                <a:moveTo>
                  <a:pt x="310788" y="6393275"/>
                </a:moveTo>
                <a:lnTo>
                  <a:pt x="310788" y="6463876"/>
                </a:lnTo>
                <a:lnTo>
                  <a:pt x="381390" y="6463876"/>
                </a:lnTo>
                <a:lnTo>
                  <a:pt x="381390" y="6393275"/>
                </a:lnTo>
                <a:close/>
                <a:moveTo>
                  <a:pt x="169577" y="6393275"/>
                </a:moveTo>
                <a:lnTo>
                  <a:pt x="169577" y="6463876"/>
                </a:lnTo>
                <a:lnTo>
                  <a:pt x="240178" y="6463876"/>
                </a:lnTo>
                <a:lnTo>
                  <a:pt x="240178" y="6393275"/>
                </a:lnTo>
                <a:close/>
                <a:moveTo>
                  <a:pt x="0" y="0"/>
                </a:moveTo>
                <a:lnTo>
                  <a:pt x="7905526" y="0"/>
                </a:lnTo>
                <a:lnTo>
                  <a:pt x="7905526" y="6857898"/>
                </a:lnTo>
                <a:lnTo>
                  <a:pt x="0" y="685789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s-ES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05F83ED9-C637-372D-EFB2-5BEC2569AE3B}"/>
              </a:ext>
            </a:extLst>
          </p:cNvPr>
          <p:cNvSpPr/>
          <p:nvPr/>
        </p:nvSpPr>
        <p:spPr>
          <a:xfrm>
            <a:off x="7905618" y="2772696"/>
            <a:ext cx="4286382" cy="4085303"/>
          </a:xfrm>
          <a:custGeom>
            <a:avLst/>
            <a:gdLst/>
            <a:ahLst/>
            <a:cxnLst/>
            <a:rect l="l" t="t" r="r" b="b"/>
            <a:pathLst>
              <a:path w="7068184" h="7068184">
                <a:moveTo>
                  <a:pt x="7067847" y="0"/>
                </a:moveTo>
                <a:lnTo>
                  <a:pt x="0" y="0"/>
                </a:lnTo>
                <a:lnTo>
                  <a:pt x="0" y="7067847"/>
                </a:lnTo>
                <a:lnTo>
                  <a:pt x="7067847" y="7067847"/>
                </a:lnTo>
                <a:lnTo>
                  <a:pt x="7067847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6ADBBD-15DA-2591-032D-C787A96DC65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80255" y="3181472"/>
            <a:ext cx="2016884" cy="133020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r">
              <a:buNone/>
              <a:defRPr lang="es-ES" sz="11500" b="1" kern="1200" spc="-25" dirty="0" smtClean="0">
                <a:solidFill>
                  <a:srgbClr val="9E3667"/>
                </a:solidFill>
                <a:latin typeface="Santander Headline"/>
                <a:ea typeface="+mn-ea"/>
                <a:cs typeface="Santander Headline"/>
              </a:defRPr>
            </a:lvl1pPr>
          </a:lstStyle>
          <a:p>
            <a:pPr lvl="0"/>
            <a:r>
              <a:rPr lang="es-ES" dirty="0"/>
              <a:t>01</a:t>
            </a:r>
            <a:endParaRPr lang="en-GB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21B0EFC-9036-6A43-CCE1-3599F2CA5418}"/>
              </a:ext>
            </a:extLst>
          </p:cNvPr>
          <p:cNvSpPr/>
          <p:nvPr/>
        </p:nvSpPr>
        <p:spPr>
          <a:xfrm>
            <a:off x="10031283" y="4697270"/>
            <a:ext cx="2160713" cy="2160713"/>
          </a:xfrm>
          <a:custGeom>
            <a:avLst/>
            <a:gdLst/>
            <a:ahLst/>
            <a:cxnLst/>
            <a:rect l="l" t="t" r="r" b="b"/>
            <a:pathLst>
              <a:path w="3562984" h="3562984">
                <a:moveTo>
                  <a:pt x="3562655" y="0"/>
                </a:moveTo>
                <a:lnTo>
                  <a:pt x="0" y="0"/>
                </a:lnTo>
                <a:lnTo>
                  <a:pt x="0" y="3562676"/>
                </a:lnTo>
                <a:lnTo>
                  <a:pt x="3562655" y="3562676"/>
                </a:lnTo>
                <a:lnTo>
                  <a:pt x="3562655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5719C3D-0E8B-789C-7D6F-7916367CCBBA}"/>
              </a:ext>
            </a:extLst>
          </p:cNvPr>
          <p:cNvSpPr/>
          <p:nvPr/>
        </p:nvSpPr>
        <p:spPr>
          <a:xfrm>
            <a:off x="11076697" y="5742691"/>
            <a:ext cx="1115207" cy="1115207"/>
          </a:xfrm>
          <a:custGeom>
            <a:avLst/>
            <a:gdLst/>
            <a:ahLst/>
            <a:cxnLst/>
            <a:rect l="l" t="t" r="r" b="b"/>
            <a:pathLst>
              <a:path w="1838959" h="1838959">
                <a:moveTo>
                  <a:pt x="1838781" y="0"/>
                </a:moveTo>
                <a:lnTo>
                  <a:pt x="0" y="0"/>
                </a:lnTo>
                <a:lnTo>
                  <a:pt x="0" y="1838792"/>
                </a:lnTo>
                <a:lnTo>
                  <a:pt x="1838781" y="1838792"/>
                </a:lnTo>
                <a:lnTo>
                  <a:pt x="1838781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914706B-49C2-FC44-BAA8-677401FE32E0}"/>
              </a:ext>
            </a:extLst>
          </p:cNvPr>
          <p:cNvSpPr/>
          <p:nvPr userDrawn="1"/>
        </p:nvSpPr>
        <p:spPr>
          <a:xfrm>
            <a:off x="11087100" y="5771646"/>
            <a:ext cx="1104900" cy="1086353"/>
          </a:xfrm>
          <a:custGeom>
            <a:avLst/>
            <a:gdLst/>
            <a:ahLst/>
            <a:cxnLst/>
            <a:rect l="l" t="t" r="r" b="b"/>
            <a:pathLst>
              <a:path w="1853565" h="1822450">
                <a:moveTo>
                  <a:pt x="1853346" y="0"/>
                </a:moveTo>
                <a:lnTo>
                  <a:pt x="10470" y="1821934"/>
                </a:lnTo>
                <a:lnTo>
                  <a:pt x="0" y="1821934"/>
                </a:lnTo>
                <a:lnTo>
                  <a:pt x="1853346" y="1821934"/>
                </a:lnTo>
                <a:lnTo>
                  <a:pt x="1853346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182C91F8-513B-8D24-94A5-ADFEB08830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87551" y="883789"/>
            <a:ext cx="3309588" cy="1596417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12700" marR="5080" indent="0" algn="l" defTabSz="914400" rtl="0" eaLnBrk="1" fontAlgn="auto" latinLnBrk="0" hangingPunct="1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s-ES" sz="3600" b="1" kern="1200" dirty="0" smtClean="0">
                <a:solidFill>
                  <a:srgbClr val="575756"/>
                </a:solidFill>
                <a:latin typeface="+mj-lt"/>
                <a:ea typeface="+mj-ea"/>
                <a:cs typeface="+mj-cs"/>
              </a:defRPr>
            </a:lvl1pPr>
            <a:lvl2pPr marL="12700" marR="5080" indent="0" algn="l" defTabSz="914400" rtl="0" eaLnBrk="1" latinLnBrk="0" hangingPunct="1">
              <a:lnSpc>
                <a:spcPct val="100000"/>
              </a:lnSpc>
              <a:spcBef>
                <a:spcPts val="925"/>
              </a:spcBef>
              <a:buNone/>
              <a:defRPr lang="es-ES" sz="4000" b="1" kern="1200" dirty="0" smtClean="0">
                <a:solidFill>
                  <a:srgbClr val="575756"/>
                </a:solidFill>
                <a:latin typeface="+mj-lt"/>
                <a:ea typeface="+mj-ea"/>
                <a:cs typeface="+mj-cs"/>
              </a:defRPr>
            </a:lvl2pPr>
            <a:lvl3pPr marL="12700" marR="5080" indent="0" algn="l" defTabSz="914400" rtl="0" eaLnBrk="1" latinLnBrk="0" hangingPunct="1">
              <a:lnSpc>
                <a:spcPct val="100000"/>
              </a:lnSpc>
              <a:spcBef>
                <a:spcPts val="925"/>
              </a:spcBef>
              <a:buNone/>
              <a:defRPr lang="es-ES" sz="4000" b="1" kern="1200" dirty="0" smtClean="0">
                <a:solidFill>
                  <a:srgbClr val="575756"/>
                </a:solidFill>
                <a:latin typeface="+mj-lt"/>
                <a:ea typeface="+mj-ea"/>
                <a:cs typeface="+mj-cs"/>
              </a:defRPr>
            </a:lvl3pPr>
            <a:lvl4pPr marL="12700" marR="5080" indent="0" algn="l" defTabSz="914400" rtl="0" eaLnBrk="1" latinLnBrk="0" hangingPunct="1">
              <a:lnSpc>
                <a:spcPct val="100000"/>
              </a:lnSpc>
              <a:spcBef>
                <a:spcPts val="925"/>
              </a:spcBef>
              <a:buNone/>
              <a:defRPr lang="es-ES" sz="4000" b="1" kern="1200" dirty="0" smtClean="0">
                <a:solidFill>
                  <a:srgbClr val="575756"/>
                </a:solidFill>
                <a:latin typeface="+mj-lt"/>
                <a:ea typeface="+mj-ea"/>
                <a:cs typeface="+mj-cs"/>
              </a:defRPr>
            </a:lvl4pPr>
            <a:lvl5pPr marL="12700" marR="5080" indent="0" algn="l" defTabSz="914400" rtl="0" eaLnBrk="1" latinLnBrk="0" hangingPunct="1">
              <a:lnSpc>
                <a:spcPct val="100000"/>
              </a:lnSpc>
              <a:spcBef>
                <a:spcPts val="925"/>
              </a:spcBef>
              <a:buNone/>
              <a:defRPr lang="en-GB" sz="4000" b="1" kern="1200" dirty="0">
                <a:solidFill>
                  <a:srgbClr val="575756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dirty="0"/>
              <a:t>Clique para editar o texto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1869944B-C992-7B33-2AC9-49E8A6DF52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0262" y="234345"/>
            <a:ext cx="1106877" cy="24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25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 txt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arcador de texto 26">
            <a:extLst>
              <a:ext uri="{FF2B5EF4-FFF2-40B4-BE49-F238E27FC236}">
                <a16:creationId xmlns:a16="http://schemas.microsoft.com/office/drawing/2014/main" id="{C7375ED2-D491-35D6-067E-BF2DFC3491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4350" y="1472973"/>
            <a:ext cx="2703513" cy="39188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s-ES" sz="4500" b="1" kern="1200" spc="-6" dirty="0" smtClean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 marL="457200" indent="0">
              <a:buNone/>
              <a:defRPr lang="es-ES" sz="4518" b="1" kern="1200" spc="-6" dirty="0" smtClean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2pPr>
            <a:lvl3pPr marL="914400" indent="0">
              <a:buNone/>
              <a:defRPr lang="es-ES" sz="4518" b="1" kern="1200" spc="-6" dirty="0" smtClean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3pPr>
            <a:lvl4pPr marL="1371600" indent="0">
              <a:buNone/>
              <a:defRPr lang="es-ES" sz="4518" b="1" kern="1200" spc="-6" dirty="0" smtClean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4pPr>
            <a:lvl5pPr marL="1828800" indent="0">
              <a:buNone/>
              <a:defRPr lang="en-GB" sz="4518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4F14E732-6E59-DD45-C6C1-1FAF02C047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99439" y="1091256"/>
            <a:ext cx="4257675" cy="430053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lnSpc>
                <a:spcPct val="100000"/>
              </a:lnSpc>
              <a:spcBef>
                <a:spcPts val="600"/>
              </a:spcBef>
              <a:buNone/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lnSpc>
                <a:spcPct val="100000"/>
              </a:lnSpc>
              <a:spcBef>
                <a:spcPts val="600"/>
              </a:spcBef>
              <a:buNone/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lnSpc>
                <a:spcPct val="100000"/>
              </a:lnSpc>
              <a:spcBef>
                <a:spcPts val="600"/>
              </a:spcBef>
              <a:buNone/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lnSpc>
                <a:spcPct val="100000"/>
              </a:lnSpc>
              <a:spcBef>
                <a:spcPts val="600"/>
              </a:spcBef>
              <a:buNone/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Marcador de posición de imagen 19">
            <a:extLst>
              <a:ext uri="{FF2B5EF4-FFF2-40B4-BE49-F238E27FC236}">
                <a16:creationId xmlns:a16="http://schemas.microsoft.com/office/drawing/2014/main" id="{985B7BDB-D14E-F285-8A5D-25DF4C59F4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38690" y="0"/>
            <a:ext cx="2723972" cy="4546366"/>
          </a:xfrm>
          <a:custGeom>
            <a:avLst/>
            <a:gdLst>
              <a:gd name="connsiteX0" fmla="*/ 0 w 2723972"/>
              <a:gd name="connsiteY0" fmla="*/ 0 h 4546366"/>
              <a:gd name="connsiteX1" fmla="*/ 2723972 w 2723972"/>
              <a:gd name="connsiteY1" fmla="*/ 0 h 4546366"/>
              <a:gd name="connsiteX2" fmla="*/ 2723972 w 2723972"/>
              <a:gd name="connsiteY2" fmla="*/ 3738978 h 4546366"/>
              <a:gd name="connsiteX3" fmla="*/ 1907304 w 2723972"/>
              <a:gd name="connsiteY3" fmla="*/ 4546366 h 4546366"/>
              <a:gd name="connsiteX4" fmla="*/ 0 w 2723972"/>
              <a:gd name="connsiteY4" fmla="*/ 4546366 h 4546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23972" h="4546366">
                <a:moveTo>
                  <a:pt x="0" y="0"/>
                </a:moveTo>
                <a:lnTo>
                  <a:pt x="2723972" y="0"/>
                </a:lnTo>
                <a:lnTo>
                  <a:pt x="2723972" y="3738978"/>
                </a:lnTo>
                <a:lnTo>
                  <a:pt x="1907304" y="4546366"/>
                </a:lnTo>
                <a:lnTo>
                  <a:pt x="0" y="454636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9AA1-9ACD-AC04-A8C4-25B285AE5E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4350" y="892969"/>
            <a:ext cx="2703513" cy="45172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1395" kern="1200" dirty="0" smtClean="0">
                <a:solidFill>
                  <a:srgbClr val="7B8AB0"/>
                </a:solidFill>
                <a:latin typeface="Santander Micro Text"/>
                <a:ea typeface="+mj-ea"/>
                <a:cs typeface="Santander Micro Tex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rgbClr val="F3F3F3"/>
                </a:solidFill>
                <a:latin typeface="Santander Micro Text" panose="020B0504020201010104" pitchFamily="34" charset="0"/>
                <a:cs typeface="Santander Micro Text" panose="020B0504020201010104" pitchFamily="34" charset="0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rgbClr val="F3F3F3"/>
                </a:solidFill>
                <a:latin typeface="Santander Micro Text" panose="020B0504020201010104" pitchFamily="34" charset="0"/>
                <a:cs typeface="Santander Micro Text" panose="020B0504020201010104" pitchFamily="34" charset="0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rgbClr val="F3F3F3"/>
                </a:solidFill>
                <a:latin typeface="Santander Micro Text" panose="020B0504020201010104" pitchFamily="34" charset="0"/>
                <a:cs typeface="Santander Micro Text" panose="020B0504020201010104" pitchFamily="34" charset="0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rgbClr val="F3F3F3"/>
                </a:solidFill>
                <a:latin typeface="Santander Micro Text" panose="020B0504020201010104" pitchFamily="34" charset="0"/>
                <a:cs typeface="Santander Micro Text" panose="020B05040202010101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385652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Interior txt en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uadroTexto 36">
            <a:extLst>
              <a:ext uri="{FF2B5EF4-FFF2-40B4-BE49-F238E27FC236}">
                <a16:creationId xmlns:a16="http://schemas.microsoft.com/office/drawing/2014/main" id="{50777E22-AF5C-733E-444A-F36C8C7D6AAC}"/>
              </a:ext>
            </a:extLst>
          </p:cNvPr>
          <p:cNvSpPr txBox="1"/>
          <p:nvPr userDrawn="1"/>
        </p:nvSpPr>
        <p:spPr>
          <a:xfrm>
            <a:off x="1666523" y="1202337"/>
            <a:ext cx="1857375" cy="1862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ES" sz="11500" b="1" kern="1200" spc="-25">
                <a:solidFill>
                  <a:schemeClr val="accent2"/>
                </a:solidFill>
                <a:latin typeface="Santander Headline"/>
                <a:ea typeface="+mn-ea"/>
              </a:rPr>
              <a:t>01</a:t>
            </a:r>
            <a:endParaRPr lang="en-GB" sz="11500" b="1" kern="1200" spc="-25">
              <a:solidFill>
                <a:schemeClr val="accent2"/>
              </a:solidFill>
              <a:latin typeface="Santander Headline"/>
              <a:ea typeface="+mn-ea"/>
            </a:endParaRPr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CAC998B4-52E9-4283-830E-0051E71214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66523" y="2941638"/>
            <a:ext cx="2042054" cy="24892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lang="es-ES" sz="1400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lnSpc>
                <a:spcPct val="110000"/>
              </a:lnSpc>
              <a:buNone/>
              <a:defRPr lang="en-GB" sz="1304" kern="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Marcador de texto 21">
            <a:extLst>
              <a:ext uri="{FF2B5EF4-FFF2-40B4-BE49-F238E27FC236}">
                <a16:creationId xmlns:a16="http://schemas.microsoft.com/office/drawing/2014/main" id="{53BC03D4-583C-724E-9221-551293D7E7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69449" y="2941638"/>
            <a:ext cx="2042054" cy="24892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lang="es-ES" sz="1400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lnSpc>
                <a:spcPct val="110000"/>
              </a:lnSpc>
              <a:buNone/>
              <a:defRPr lang="en-GB" sz="1304" kern="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4" name="Marcador de texto 21">
            <a:extLst>
              <a:ext uri="{FF2B5EF4-FFF2-40B4-BE49-F238E27FC236}">
                <a16:creationId xmlns:a16="http://schemas.microsoft.com/office/drawing/2014/main" id="{FFDC9D0D-85F5-A0E1-226E-FC612C5111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72375" y="2941638"/>
            <a:ext cx="2042054" cy="24892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lang="es-ES" sz="1400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lnSpc>
                <a:spcPct val="110000"/>
              </a:lnSpc>
              <a:buNone/>
              <a:defRPr lang="en-GB" sz="1304" kern="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Marcador de texto 21">
            <a:extLst>
              <a:ext uri="{FF2B5EF4-FFF2-40B4-BE49-F238E27FC236}">
                <a16:creationId xmlns:a16="http://schemas.microsoft.com/office/drawing/2014/main" id="{6E8A19C0-69C9-85FE-9AF4-8F37C34C38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75301" y="2941638"/>
            <a:ext cx="2042054" cy="24892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lang="es-ES" sz="1400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lnSpc>
                <a:spcPct val="110000"/>
              </a:lnSpc>
              <a:buNone/>
              <a:defRPr lang="en-GB" sz="1304" kern="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Marcador de texto 21">
            <a:extLst>
              <a:ext uri="{FF2B5EF4-FFF2-40B4-BE49-F238E27FC236}">
                <a16:creationId xmlns:a16="http://schemas.microsoft.com/office/drawing/2014/main" id="{3867D17C-222E-9745-88E7-64CF87671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66523" y="535716"/>
            <a:ext cx="2042054" cy="775597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1400" kern="0" dirty="0" smtClean="0">
                <a:solidFill>
                  <a:schemeClr val="accent1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lnSpc>
                <a:spcPct val="110000"/>
              </a:lnSpc>
              <a:buNone/>
              <a:defRPr lang="en-GB" sz="1304" kern="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27" name="Marcador de texto 21">
            <a:extLst>
              <a:ext uri="{FF2B5EF4-FFF2-40B4-BE49-F238E27FC236}">
                <a16:creationId xmlns:a16="http://schemas.microsoft.com/office/drawing/2014/main" id="{C839452A-C782-A1B4-628E-B868B01823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69449" y="535716"/>
            <a:ext cx="2042054" cy="775597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1400" kern="0" dirty="0" smtClean="0">
                <a:solidFill>
                  <a:schemeClr val="accent1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lnSpc>
                <a:spcPct val="110000"/>
              </a:lnSpc>
              <a:buNone/>
              <a:defRPr lang="en-GB" sz="1304" kern="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28" name="Marcador de texto 21">
            <a:extLst>
              <a:ext uri="{FF2B5EF4-FFF2-40B4-BE49-F238E27FC236}">
                <a16:creationId xmlns:a16="http://schemas.microsoft.com/office/drawing/2014/main" id="{1EC6CEDC-7DC6-9AC9-90BB-F5405CB435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2375" y="535716"/>
            <a:ext cx="2042054" cy="775597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1400" kern="0" dirty="0" smtClean="0">
                <a:solidFill>
                  <a:schemeClr val="accent1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lnSpc>
                <a:spcPct val="110000"/>
              </a:lnSpc>
              <a:buNone/>
              <a:defRPr lang="en-GB" sz="1304" kern="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29" name="Marcador de texto 21">
            <a:extLst>
              <a:ext uri="{FF2B5EF4-FFF2-40B4-BE49-F238E27FC236}">
                <a16:creationId xmlns:a16="http://schemas.microsoft.com/office/drawing/2014/main" id="{47B7B30C-7D22-435A-A8AE-0A9E2B072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75301" y="535716"/>
            <a:ext cx="2042054" cy="775597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1400" kern="0" dirty="0" smtClean="0">
                <a:solidFill>
                  <a:schemeClr val="accent1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lnSpc>
                <a:spcPct val="110000"/>
              </a:lnSpc>
              <a:buNone/>
              <a:defRPr lang="en-GB" sz="1304" kern="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A094F27-DC8F-BB0F-CA98-8BBC1A5C71DB}"/>
              </a:ext>
            </a:extLst>
          </p:cNvPr>
          <p:cNvSpPr txBox="1"/>
          <p:nvPr userDrawn="1"/>
        </p:nvSpPr>
        <p:spPr>
          <a:xfrm>
            <a:off x="4066823" y="1202337"/>
            <a:ext cx="1857375" cy="1862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ES" sz="11500" b="1" kern="1200" spc="-25" dirty="0">
                <a:solidFill>
                  <a:schemeClr val="accent2"/>
                </a:solidFill>
                <a:latin typeface="Santander Headline"/>
                <a:ea typeface="+mn-ea"/>
              </a:rPr>
              <a:t>02</a:t>
            </a:r>
            <a:endParaRPr lang="en-GB" sz="11500" b="1" kern="1200" spc="-25" dirty="0">
              <a:solidFill>
                <a:schemeClr val="accent2"/>
              </a:solidFill>
              <a:latin typeface="Santander Headline"/>
              <a:ea typeface="+mn-ea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6001D9E0-4CDC-CB6F-43A8-BB9E5F5E1098}"/>
              </a:ext>
            </a:extLst>
          </p:cNvPr>
          <p:cNvSpPr txBox="1"/>
          <p:nvPr userDrawn="1"/>
        </p:nvSpPr>
        <p:spPr>
          <a:xfrm>
            <a:off x="6467123" y="1202337"/>
            <a:ext cx="1857375" cy="1862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ES" sz="11500" b="1" kern="1200" spc="-25">
                <a:solidFill>
                  <a:schemeClr val="accent2"/>
                </a:solidFill>
                <a:latin typeface="Santander Headline"/>
                <a:ea typeface="+mn-ea"/>
              </a:rPr>
              <a:t>03</a:t>
            </a:r>
            <a:endParaRPr lang="en-GB" sz="11500" b="1" kern="1200" spc="-25">
              <a:solidFill>
                <a:schemeClr val="accent2"/>
              </a:solidFill>
              <a:latin typeface="Santander Headline"/>
              <a:ea typeface="+mn-ea"/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B24B41BA-6057-9FF0-1769-8E331B68C775}"/>
              </a:ext>
            </a:extLst>
          </p:cNvPr>
          <p:cNvSpPr txBox="1"/>
          <p:nvPr userDrawn="1"/>
        </p:nvSpPr>
        <p:spPr>
          <a:xfrm>
            <a:off x="8867423" y="1202337"/>
            <a:ext cx="1857375" cy="1862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ES" sz="11500" b="1" kern="1200" spc="-25">
                <a:solidFill>
                  <a:schemeClr val="accent2"/>
                </a:solidFill>
                <a:latin typeface="Santander Headline"/>
                <a:ea typeface="+mn-ea"/>
              </a:rPr>
              <a:t>04</a:t>
            </a:r>
            <a:endParaRPr lang="en-GB" sz="11500" b="1" kern="1200" spc="-25">
              <a:solidFill>
                <a:schemeClr val="accent2"/>
              </a:solidFill>
              <a:latin typeface="Santander Headline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61676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 txt columnas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arcador de posición de imagen 28">
            <a:extLst>
              <a:ext uri="{FF2B5EF4-FFF2-40B4-BE49-F238E27FC236}">
                <a16:creationId xmlns:a16="http://schemas.microsoft.com/office/drawing/2014/main" id="{27544430-818C-3DA6-4327-D1EF3105C4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42114" y="768350"/>
            <a:ext cx="4933949" cy="4933206"/>
          </a:xfrm>
          <a:custGeom>
            <a:avLst/>
            <a:gdLst>
              <a:gd name="connsiteX0" fmla="*/ 0 w 4933949"/>
              <a:gd name="connsiteY0" fmla="*/ 0 h 4933206"/>
              <a:gd name="connsiteX1" fmla="*/ 4933949 w 4933949"/>
              <a:gd name="connsiteY1" fmla="*/ 0 h 4933206"/>
              <a:gd name="connsiteX2" fmla="*/ 4933949 w 4933949"/>
              <a:gd name="connsiteY2" fmla="*/ 4421964 h 4933206"/>
              <a:gd name="connsiteX3" fmla="*/ 4416831 w 4933949"/>
              <a:gd name="connsiteY3" fmla="*/ 4933206 h 4933206"/>
              <a:gd name="connsiteX4" fmla="*/ 0 w 4933949"/>
              <a:gd name="connsiteY4" fmla="*/ 4933206 h 4933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3949" h="4933206">
                <a:moveTo>
                  <a:pt x="0" y="0"/>
                </a:moveTo>
                <a:lnTo>
                  <a:pt x="4933949" y="0"/>
                </a:lnTo>
                <a:lnTo>
                  <a:pt x="4933949" y="4421964"/>
                </a:lnTo>
                <a:lnTo>
                  <a:pt x="4416831" y="4933206"/>
                </a:lnTo>
                <a:lnTo>
                  <a:pt x="0" y="4933206"/>
                </a:lnTo>
                <a:close/>
              </a:path>
            </a:pathLst>
          </a:custGeom>
        </p:spPr>
        <p:txBody>
          <a:bodyPr vert="horz" lIns="91440" tIns="45720" rIns="91440" bIns="45720"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GB" sz="140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E569C124-E2F8-7CCD-CC33-A9E94AED90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43325" y="3044081"/>
            <a:ext cx="2697163" cy="26574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0B957B10-7EE2-055A-ED56-5BE18DC700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4018" y="3715586"/>
            <a:ext cx="2696411" cy="19859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F0B91D2B-98DA-52C5-DDDB-034A815736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44057" y="767608"/>
            <a:ext cx="2696411" cy="19859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3F4C8E56-8823-9C49-7F47-C80289D356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018" y="767608"/>
            <a:ext cx="2696411" cy="26328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7702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None/>
              <a:defRPr lang="en-GB" sz="44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96E590C-78C8-5FD8-5D24-59E2ECD63E06}"/>
              </a:ext>
            </a:extLst>
          </p:cNvPr>
          <p:cNvSpPr/>
          <p:nvPr userDrawn="1"/>
        </p:nvSpPr>
        <p:spPr>
          <a:xfrm>
            <a:off x="4859383" y="6531429"/>
            <a:ext cx="2438400" cy="32657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61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 foto + txt en bloques de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Marcador de posición de imagen 31">
            <a:extLst>
              <a:ext uri="{FF2B5EF4-FFF2-40B4-BE49-F238E27FC236}">
                <a16:creationId xmlns:a16="http://schemas.microsoft.com/office/drawing/2014/main" id="{940AAC6F-0EBD-2BB6-C76A-6265A0FEE8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2612" y="904876"/>
            <a:ext cx="4933626" cy="4933707"/>
          </a:xfrm>
          <a:custGeom>
            <a:avLst/>
            <a:gdLst>
              <a:gd name="connsiteX0" fmla="*/ 0 w 4933626"/>
              <a:gd name="connsiteY0" fmla="*/ 0 h 4933707"/>
              <a:gd name="connsiteX1" fmla="*/ 4933626 w 4933626"/>
              <a:gd name="connsiteY1" fmla="*/ 0 h 4933707"/>
              <a:gd name="connsiteX2" fmla="*/ 4933626 w 4933626"/>
              <a:gd name="connsiteY2" fmla="*/ 4093561 h 4933707"/>
              <a:gd name="connsiteX3" fmla="*/ 4093480 w 4933626"/>
              <a:gd name="connsiteY3" fmla="*/ 4933707 h 4933707"/>
              <a:gd name="connsiteX4" fmla="*/ 0 w 4933626"/>
              <a:gd name="connsiteY4" fmla="*/ 4933707 h 4933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3626" h="4933707">
                <a:moveTo>
                  <a:pt x="0" y="0"/>
                </a:moveTo>
                <a:lnTo>
                  <a:pt x="4933626" y="0"/>
                </a:lnTo>
                <a:lnTo>
                  <a:pt x="4933626" y="4093561"/>
                </a:lnTo>
                <a:lnTo>
                  <a:pt x="4093480" y="4933707"/>
                </a:lnTo>
                <a:lnTo>
                  <a:pt x="0" y="493370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103808D2-B2B2-F82F-C48B-8C4D3C96ED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64448" y="5345082"/>
            <a:ext cx="5824123" cy="2267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buNone/>
              <a:defRPr lang="es-ES" sz="900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1pPr>
            <a:lvl2pPr marL="4572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 marL="9144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 marL="13716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 marL="1828800" indent="0">
              <a:buNone/>
              <a:defRPr lang="en-GB" sz="546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E3A78EC6-E7B3-2D67-6718-253039CE0811}"/>
              </a:ext>
            </a:extLst>
          </p:cNvPr>
          <p:cNvSpPr/>
          <p:nvPr userDrawn="1"/>
        </p:nvSpPr>
        <p:spPr>
          <a:xfrm>
            <a:off x="5772150" y="904634"/>
            <a:ext cx="2734535" cy="4105461"/>
          </a:xfrm>
          <a:custGeom>
            <a:avLst/>
            <a:gdLst/>
            <a:ahLst/>
            <a:cxnLst/>
            <a:rect l="l" t="t" r="r" b="b"/>
            <a:pathLst>
              <a:path w="4509134" h="6769734">
                <a:moveTo>
                  <a:pt x="4508888" y="0"/>
                </a:moveTo>
                <a:lnTo>
                  <a:pt x="0" y="0"/>
                </a:lnTo>
                <a:lnTo>
                  <a:pt x="0" y="6769427"/>
                </a:lnTo>
                <a:lnTo>
                  <a:pt x="4508888" y="6769427"/>
                </a:lnTo>
                <a:lnTo>
                  <a:pt x="4508888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742D138E-450F-D28B-A65C-0F01D32ECBF3}"/>
              </a:ext>
            </a:extLst>
          </p:cNvPr>
          <p:cNvSpPr/>
          <p:nvPr userDrawn="1"/>
        </p:nvSpPr>
        <p:spPr>
          <a:xfrm>
            <a:off x="8854364" y="904634"/>
            <a:ext cx="2734535" cy="4105461"/>
          </a:xfrm>
          <a:custGeom>
            <a:avLst/>
            <a:gdLst/>
            <a:ahLst/>
            <a:cxnLst/>
            <a:rect l="l" t="t" r="r" b="b"/>
            <a:pathLst>
              <a:path w="4509134" h="6769734">
                <a:moveTo>
                  <a:pt x="4508888" y="0"/>
                </a:moveTo>
                <a:lnTo>
                  <a:pt x="0" y="0"/>
                </a:lnTo>
                <a:lnTo>
                  <a:pt x="0" y="6769427"/>
                </a:lnTo>
                <a:lnTo>
                  <a:pt x="4508888" y="6769427"/>
                </a:lnTo>
                <a:lnTo>
                  <a:pt x="4508888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Marcador de texto 17">
            <a:extLst>
              <a:ext uri="{FF2B5EF4-FFF2-40B4-BE49-F238E27FC236}">
                <a16:creationId xmlns:a16="http://schemas.microsoft.com/office/drawing/2014/main" id="{28F64498-A5FA-6F7B-335E-266BC487D0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32606" y="3589013"/>
            <a:ext cx="2213623" cy="125730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34" name="Marcador de texto 17">
            <a:extLst>
              <a:ext uri="{FF2B5EF4-FFF2-40B4-BE49-F238E27FC236}">
                <a16:creationId xmlns:a16="http://schemas.microsoft.com/office/drawing/2014/main" id="{C4B75750-464C-E41E-E8AA-8FC441EF0E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32606" y="1122218"/>
            <a:ext cx="2213623" cy="233573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7702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None/>
              <a:defRPr lang="en-GB" sz="36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37" name="Marcador de texto 17">
            <a:extLst>
              <a:ext uri="{FF2B5EF4-FFF2-40B4-BE49-F238E27FC236}">
                <a16:creationId xmlns:a16="http://schemas.microsoft.com/office/drawing/2014/main" id="{03209381-FDB3-A010-DCC0-76D0BACA24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14820" y="3589013"/>
            <a:ext cx="2213623" cy="125730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38" name="Marcador de texto 17">
            <a:extLst>
              <a:ext uri="{FF2B5EF4-FFF2-40B4-BE49-F238E27FC236}">
                <a16:creationId xmlns:a16="http://schemas.microsoft.com/office/drawing/2014/main" id="{BC3B1506-4B7B-F6E0-5125-4E87D9E321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14820" y="1122218"/>
            <a:ext cx="2213623" cy="233573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7702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None/>
              <a:defRPr lang="en-GB" sz="36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33A0F9A-02B0-1AFF-55E5-772E5BD4D9FC}"/>
              </a:ext>
            </a:extLst>
          </p:cNvPr>
          <p:cNvSpPr/>
          <p:nvPr userDrawn="1"/>
        </p:nvSpPr>
        <p:spPr>
          <a:xfrm>
            <a:off x="4859383" y="6531429"/>
            <a:ext cx="2438400" cy="32657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4061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. bloques Getn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Marcador de texto 17">
            <a:extLst>
              <a:ext uri="{FF2B5EF4-FFF2-40B4-BE49-F238E27FC236}">
                <a16:creationId xmlns:a16="http://schemas.microsoft.com/office/drawing/2014/main" id="{FF086885-0981-A5D9-D022-CAEDD5C56A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018" y="1330167"/>
            <a:ext cx="2530022" cy="3553118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None/>
              <a:defRPr lang="en-GB" sz="36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6B31CC62-406A-60BB-5D4D-4848322170C6}"/>
              </a:ext>
            </a:extLst>
          </p:cNvPr>
          <p:cNvSpPr/>
          <p:nvPr userDrawn="1"/>
        </p:nvSpPr>
        <p:spPr>
          <a:xfrm>
            <a:off x="5514225" y="1468060"/>
            <a:ext cx="1077486" cy="1077486"/>
          </a:xfrm>
          <a:custGeom>
            <a:avLst/>
            <a:gdLst/>
            <a:ahLst/>
            <a:cxnLst/>
            <a:rect l="l" t="t" r="r" b="b"/>
            <a:pathLst>
              <a:path w="1776729" h="1776729">
                <a:moveTo>
                  <a:pt x="1776511" y="0"/>
                </a:moveTo>
                <a:lnTo>
                  <a:pt x="0" y="0"/>
                </a:lnTo>
                <a:lnTo>
                  <a:pt x="0" y="1776511"/>
                </a:lnTo>
                <a:lnTo>
                  <a:pt x="1776511" y="1776511"/>
                </a:lnTo>
                <a:lnTo>
                  <a:pt x="1776511" y="0"/>
                </a:lnTo>
                <a:close/>
              </a:path>
            </a:pathLst>
          </a:custGeom>
          <a:solidFill>
            <a:srgbClr val="9BC3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1">
            <a:extLst>
              <a:ext uri="{FF2B5EF4-FFF2-40B4-BE49-F238E27FC236}">
                <a16:creationId xmlns:a16="http://schemas.microsoft.com/office/drawing/2014/main" id="{711CF1A3-D30B-C9CD-D358-9E999F66B3DC}"/>
              </a:ext>
            </a:extLst>
          </p:cNvPr>
          <p:cNvSpPr/>
          <p:nvPr userDrawn="1"/>
        </p:nvSpPr>
        <p:spPr>
          <a:xfrm>
            <a:off x="5514225" y="2677209"/>
            <a:ext cx="1077486" cy="1077486"/>
          </a:xfrm>
          <a:custGeom>
            <a:avLst/>
            <a:gdLst/>
            <a:ahLst/>
            <a:cxnLst/>
            <a:rect l="l" t="t" r="r" b="b"/>
            <a:pathLst>
              <a:path w="1776729" h="1776729">
                <a:moveTo>
                  <a:pt x="1776511" y="0"/>
                </a:moveTo>
                <a:lnTo>
                  <a:pt x="0" y="0"/>
                </a:lnTo>
                <a:lnTo>
                  <a:pt x="0" y="1776511"/>
                </a:lnTo>
                <a:lnTo>
                  <a:pt x="1776511" y="1776511"/>
                </a:lnTo>
                <a:lnTo>
                  <a:pt x="1776511" y="0"/>
                </a:lnTo>
                <a:close/>
              </a:path>
            </a:pathLst>
          </a:custGeom>
          <a:solidFill>
            <a:srgbClr val="9BC3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6">
            <a:extLst>
              <a:ext uri="{FF2B5EF4-FFF2-40B4-BE49-F238E27FC236}">
                <a16:creationId xmlns:a16="http://schemas.microsoft.com/office/drawing/2014/main" id="{1B2AC69E-3C64-BD8E-7C7A-DFF30A0D501A}"/>
              </a:ext>
            </a:extLst>
          </p:cNvPr>
          <p:cNvSpPr/>
          <p:nvPr userDrawn="1"/>
        </p:nvSpPr>
        <p:spPr>
          <a:xfrm>
            <a:off x="5514225" y="3898510"/>
            <a:ext cx="1077486" cy="1077486"/>
          </a:xfrm>
          <a:custGeom>
            <a:avLst/>
            <a:gdLst/>
            <a:ahLst/>
            <a:cxnLst/>
            <a:rect l="l" t="t" r="r" b="b"/>
            <a:pathLst>
              <a:path w="1776729" h="1776729">
                <a:moveTo>
                  <a:pt x="1776511" y="0"/>
                </a:moveTo>
                <a:lnTo>
                  <a:pt x="0" y="0"/>
                </a:lnTo>
                <a:lnTo>
                  <a:pt x="0" y="1776511"/>
                </a:lnTo>
                <a:lnTo>
                  <a:pt x="1776511" y="1776511"/>
                </a:lnTo>
                <a:lnTo>
                  <a:pt x="1776511" y="0"/>
                </a:lnTo>
                <a:close/>
              </a:path>
            </a:pathLst>
          </a:custGeom>
          <a:solidFill>
            <a:srgbClr val="9BC3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9">
            <a:extLst>
              <a:ext uri="{FF2B5EF4-FFF2-40B4-BE49-F238E27FC236}">
                <a16:creationId xmlns:a16="http://schemas.microsoft.com/office/drawing/2014/main" id="{393BD9FD-01FD-999D-8A3D-D7BB69256AB6}"/>
              </a:ext>
            </a:extLst>
          </p:cNvPr>
          <p:cNvSpPr/>
          <p:nvPr userDrawn="1"/>
        </p:nvSpPr>
        <p:spPr>
          <a:xfrm>
            <a:off x="6747338" y="1468060"/>
            <a:ext cx="1077486" cy="1077486"/>
          </a:xfrm>
          <a:custGeom>
            <a:avLst/>
            <a:gdLst/>
            <a:ahLst/>
            <a:cxnLst/>
            <a:rect l="l" t="t" r="r" b="b"/>
            <a:pathLst>
              <a:path w="1776729" h="1776729">
                <a:moveTo>
                  <a:pt x="1776511" y="0"/>
                </a:moveTo>
                <a:lnTo>
                  <a:pt x="0" y="0"/>
                </a:lnTo>
                <a:lnTo>
                  <a:pt x="0" y="1776511"/>
                </a:lnTo>
                <a:lnTo>
                  <a:pt x="1776511" y="1776511"/>
                </a:lnTo>
                <a:lnTo>
                  <a:pt x="1776511" y="0"/>
                </a:lnTo>
                <a:close/>
              </a:path>
            </a:pathLst>
          </a:custGeom>
          <a:solidFill>
            <a:srgbClr val="9BC3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2">
            <a:extLst>
              <a:ext uri="{FF2B5EF4-FFF2-40B4-BE49-F238E27FC236}">
                <a16:creationId xmlns:a16="http://schemas.microsoft.com/office/drawing/2014/main" id="{A14E115C-6B70-D009-8870-C8A02795DF74}"/>
              </a:ext>
            </a:extLst>
          </p:cNvPr>
          <p:cNvSpPr/>
          <p:nvPr userDrawn="1"/>
        </p:nvSpPr>
        <p:spPr>
          <a:xfrm>
            <a:off x="7980457" y="1468060"/>
            <a:ext cx="1077486" cy="1077486"/>
          </a:xfrm>
          <a:custGeom>
            <a:avLst/>
            <a:gdLst/>
            <a:ahLst/>
            <a:cxnLst/>
            <a:rect l="l" t="t" r="r" b="b"/>
            <a:pathLst>
              <a:path w="1776730" h="1776729">
                <a:moveTo>
                  <a:pt x="1776511" y="0"/>
                </a:moveTo>
                <a:lnTo>
                  <a:pt x="0" y="0"/>
                </a:lnTo>
                <a:lnTo>
                  <a:pt x="0" y="1776511"/>
                </a:lnTo>
                <a:lnTo>
                  <a:pt x="1776511" y="1776511"/>
                </a:lnTo>
                <a:lnTo>
                  <a:pt x="1776511" y="0"/>
                </a:lnTo>
                <a:close/>
              </a:path>
            </a:pathLst>
          </a:custGeom>
          <a:solidFill>
            <a:srgbClr val="9BC3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45">
            <a:extLst>
              <a:ext uri="{FF2B5EF4-FFF2-40B4-BE49-F238E27FC236}">
                <a16:creationId xmlns:a16="http://schemas.microsoft.com/office/drawing/2014/main" id="{0F52CCB0-FC41-9F3E-E033-B49C8E2D49BA}"/>
              </a:ext>
            </a:extLst>
          </p:cNvPr>
          <p:cNvSpPr/>
          <p:nvPr userDrawn="1"/>
        </p:nvSpPr>
        <p:spPr>
          <a:xfrm>
            <a:off x="6747338" y="2677209"/>
            <a:ext cx="1077486" cy="1077486"/>
          </a:xfrm>
          <a:custGeom>
            <a:avLst/>
            <a:gdLst/>
            <a:ahLst/>
            <a:cxnLst/>
            <a:rect l="l" t="t" r="r" b="b"/>
            <a:pathLst>
              <a:path w="1776729" h="1776729">
                <a:moveTo>
                  <a:pt x="1776511" y="0"/>
                </a:moveTo>
                <a:lnTo>
                  <a:pt x="0" y="0"/>
                </a:lnTo>
                <a:lnTo>
                  <a:pt x="0" y="1776511"/>
                </a:lnTo>
                <a:lnTo>
                  <a:pt x="1776511" y="1776511"/>
                </a:lnTo>
                <a:lnTo>
                  <a:pt x="1776511" y="0"/>
                </a:lnTo>
                <a:close/>
              </a:path>
            </a:pathLst>
          </a:custGeom>
          <a:solidFill>
            <a:srgbClr val="9BC3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48">
            <a:extLst>
              <a:ext uri="{FF2B5EF4-FFF2-40B4-BE49-F238E27FC236}">
                <a16:creationId xmlns:a16="http://schemas.microsoft.com/office/drawing/2014/main" id="{4E88E53E-CD7D-6420-9284-BE093B3BA982}"/>
              </a:ext>
            </a:extLst>
          </p:cNvPr>
          <p:cNvSpPr/>
          <p:nvPr userDrawn="1"/>
        </p:nvSpPr>
        <p:spPr>
          <a:xfrm>
            <a:off x="7980457" y="2677209"/>
            <a:ext cx="1077486" cy="1077486"/>
          </a:xfrm>
          <a:custGeom>
            <a:avLst/>
            <a:gdLst/>
            <a:ahLst/>
            <a:cxnLst/>
            <a:rect l="l" t="t" r="r" b="b"/>
            <a:pathLst>
              <a:path w="1776730" h="1776729">
                <a:moveTo>
                  <a:pt x="1776511" y="0"/>
                </a:moveTo>
                <a:lnTo>
                  <a:pt x="0" y="0"/>
                </a:lnTo>
                <a:lnTo>
                  <a:pt x="0" y="1776511"/>
                </a:lnTo>
                <a:lnTo>
                  <a:pt x="1776511" y="1776511"/>
                </a:lnTo>
                <a:lnTo>
                  <a:pt x="1776511" y="0"/>
                </a:lnTo>
                <a:close/>
              </a:path>
            </a:pathLst>
          </a:custGeom>
          <a:solidFill>
            <a:srgbClr val="9BC3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51">
            <a:extLst>
              <a:ext uri="{FF2B5EF4-FFF2-40B4-BE49-F238E27FC236}">
                <a16:creationId xmlns:a16="http://schemas.microsoft.com/office/drawing/2014/main" id="{927E9A00-6285-AC67-9B36-62E840EF8CB5}"/>
              </a:ext>
            </a:extLst>
          </p:cNvPr>
          <p:cNvSpPr/>
          <p:nvPr userDrawn="1"/>
        </p:nvSpPr>
        <p:spPr>
          <a:xfrm>
            <a:off x="6747338" y="3898510"/>
            <a:ext cx="1077486" cy="1077486"/>
          </a:xfrm>
          <a:custGeom>
            <a:avLst/>
            <a:gdLst/>
            <a:ahLst/>
            <a:cxnLst/>
            <a:rect l="l" t="t" r="r" b="b"/>
            <a:pathLst>
              <a:path w="1776729" h="1776729">
                <a:moveTo>
                  <a:pt x="1776511" y="0"/>
                </a:moveTo>
                <a:lnTo>
                  <a:pt x="0" y="0"/>
                </a:lnTo>
                <a:lnTo>
                  <a:pt x="0" y="1776511"/>
                </a:lnTo>
                <a:lnTo>
                  <a:pt x="1776511" y="1776511"/>
                </a:lnTo>
                <a:lnTo>
                  <a:pt x="1776511" y="0"/>
                </a:lnTo>
                <a:close/>
              </a:path>
            </a:pathLst>
          </a:custGeom>
          <a:solidFill>
            <a:srgbClr val="9BC3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8">
            <a:extLst>
              <a:ext uri="{FF2B5EF4-FFF2-40B4-BE49-F238E27FC236}">
                <a16:creationId xmlns:a16="http://schemas.microsoft.com/office/drawing/2014/main" id="{CDBC68AE-5D82-8AC7-8224-FC5F957DAFBF}"/>
              </a:ext>
            </a:extLst>
          </p:cNvPr>
          <p:cNvSpPr/>
          <p:nvPr userDrawn="1"/>
        </p:nvSpPr>
        <p:spPr>
          <a:xfrm>
            <a:off x="7980457" y="3898510"/>
            <a:ext cx="1077486" cy="1077486"/>
          </a:xfrm>
          <a:custGeom>
            <a:avLst/>
            <a:gdLst/>
            <a:ahLst/>
            <a:cxnLst/>
            <a:rect l="l" t="t" r="r" b="b"/>
            <a:pathLst>
              <a:path w="1776730" h="1776729">
                <a:moveTo>
                  <a:pt x="1776511" y="0"/>
                </a:moveTo>
                <a:lnTo>
                  <a:pt x="0" y="0"/>
                </a:lnTo>
                <a:lnTo>
                  <a:pt x="0" y="1776511"/>
                </a:lnTo>
                <a:lnTo>
                  <a:pt x="1776511" y="1776511"/>
                </a:lnTo>
                <a:lnTo>
                  <a:pt x="1776511" y="0"/>
                </a:lnTo>
                <a:close/>
              </a:path>
            </a:pathLst>
          </a:custGeom>
          <a:solidFill>
            <a:srgbClr val="9BC3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1E1EE3C3-135F-3B23-0551-E85C708601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53971" y="904217"/>
            <a:ext cx="1077487" cy="44291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 typeface="+mj-lt"/>
              <a:buNone/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1pPr>
            <a:lvl2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>
              <a:defRPr lang="en-GB" sz="879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4" name="Marcador de texto 42">
            <a:extLst>
              <a:ext uri="{FF2B5EF4-FFF2-40B4-BE49-F238E27FC236}">
                <a16:creationId xmlns:a16="http://schemas.microsoft.com/office/drawing/2014/main" id="{78FCCBCC-F931-1CC1-987C-28352C15E9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53971" y="5214136"/>
            <a:ext cx="1077487" cy="44291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 typeface="+mj-lt"/>
              <a:buNone/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1pPr>
            <a:lvl2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>
              <a:defRPr lang="en-GB" sz="879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545FC65D-29C0-E074-9BCE-7517163A27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287368" y="2773069"/>
            <a:ext cx="1737918" cy="44291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 typeface="+mj-lt"/>
              <a:buNone/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1pPr>
            <a:lvl2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>
              <a:defRPr lang="en-GB" sz="879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6" name="Marcador de texto 42">
            <a:extLst>
              <a:ext uri="{FF2B5EF4-FFF2-40B4-BE49-F238E27FC236}">
                <a16:creationId xmlns:a16="http://schemas.microsoft.com/office/drawing/2014/main" id="{2D16127B-3E92-09F6-9CA7-7FECD46C8F3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87368" y="1563891"/>
            <a:ext cx="1737918" cy="44291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 typeface="+mj-lt"/>
              <a:buNone/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1pPr>
            <a:lvl2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>
              <a:defRPr lang="en-GB" sz="879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7" name="Marcador de texto 42">
            <a:extLst>
              <a:ext uri="{FF2B5EF4-FFF2-40B4-BE49-F238E27FC236}">
                <a16:creationId xmlns:a16="http://schemas.microsoft.com/office/drawing/2014/main" id="{BB275860-2873-D367-3DD4-2656BB6C36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87368" y="3994366"/>
            <a:ext cx="1737918" cy="44291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 typeface="+mj-lt"/>
              <a:buNone/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1pPr>
            <a:lvl2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>
              <a:defRPr lang="en-GB" sz="879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8" name="Marcador de texto 42">
            <a:extLst>
              <a:ext uri="{FF2B5EF4-FFF2-40B4-BE49-F238E27FC236}">
                <a16:creationId xmlns:a16="http://schemas.microsoft.com/office/drawing/2014/main" id="{E0F685D6-D8D4-8749-B6D0-16C44899B5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94170" y="2773069"/>
            <a:ext cx="1737918" cy="44291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ct val="120000"/>
              </a:lnSpc>
              <a:spcBef>
                <a:spcPts val="0"/>
              </a:spcBef>
              <a:buFont typeface="+mj-lt"/>
              <a:buNone/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1pPr>
            <a:lvl2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>
              <a:defRPr lang="en-GB" sz="879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9" name="Marcador de texto 42">
            <a:extLst>
              <a:ext uri="{FF2B5EF4-FFF2-40B4-BE49-F238E27FC236}">
                <a16:creationId xmlns:a16="http://schemas.microsoft.com/office/drawing/2014/main" id="{273E890F-B472-2FCD-2BCD-7AF758CFB65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594170" y="1563891"/>
            <a:ext cx="1737918" cy="44291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ct val="120000"/>
              </a:lnSpc>
              <a:spcBef>
                <a:spcPts val="0"/>
              </a:spcBef>
              <a:buFont typeface="+mj-lt"/>
              <a:buNone/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1pPr>
            <a:lvl2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>
              <a:defRPr lang="en-GB" sz="879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0" name="Marcador de texto 42">
            <a:extLst>
              <a:ext uri="{FF2B5EF4-FFF2-40B4-BE49-F238E27FC236}">
                <a16:creationId xmlns:a16="http://schemas.microsoft.com/office/drawing/2014/main" id="{9787A9A1-050A-8ED0-BB5A-88F4473D265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94170" y="3994366"/>
            <a:ext cx="1737918" cy="44291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ct val="120000"/>
              </a:lnSpc>
              <a:spcBef>
                <a:spcPts val="0"/>
              </a:spcBef>
              <a:buFont typeface="+mj-lt"/>
              <a:buNone/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1pPr>
            <a:lvl2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>
              <a:defRPr lang="en-GB" sz="879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3750118-AA39-766D-5081-20F0C10F34F1}"/>
              </a:ext>
            </a:extLst>
          </p:cNvPr>
          <p:cNvSpPr/>
          <p:nvPr userDrawn="1"/>
        </p:nvSpPr>
        <p:spPr>
          <a:xfrm>
            <a:off x="4859383" y="6531429"/>
            <a:ext cx="2438400" cy="32657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5949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. Txt bloq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56A1A092-2008-9D0E-2B1E-92A2546ED5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93048" y="3536161"/>
            <a:ext cx="5595475" cy="122066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7" name="object 19">
            <a:extLst>
              <a:ext uri="{FF2B5EF4-FFF2-40B4-BE49-F238E27FC236}">
                <a16:creationId xmlns:a16="http://schemas.microsoft.com/office/drawing/2014/main" id="{1E06485E-3208-58CA-6CD2-BD0CB440FAD1}"/>
              </a:ext>
            </a:extLst>
          </p:cNvPr>
          <p:cNvSpPr/>
          <p:nvPr userDrawn="1"/>
        </p:nvSpPr>
        <p:spPr>
          <a:xfrm>
            <a:off x="6000752" y="3093220"/>
            <a:ext cx="5588064" cy="0"/>
          </a:xfrm>
          <a:custGeom>
            <a:avLst/>
            <a:gdLst/>
            <a:ahLst/>
            <a:cxnLst/>
            <a:rect l="l" t="t" r="r" b="b"/>
            <a:pathLst>
              <a:path w="9214485">
                <a:moveTo>
                  <a:pt x="0" y="0"/>
                </a:moveTo>
                <a:lnTo>
                  <a:pt x="9214379" y="0"/>
                </a:lnTo>
              </a:path>
            </a:pathLst>
          </a:custGeom>
          <a:ln w="5235">
            <a:solidFill>
              <a:srgbClr val="57575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A4BE78ED-3733-477A-4517-1B090DE48D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93048" y="4890311"/>
            <a:ext cx="5595475" cy="8539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41ABD3DD-0F0B-EA84-ADDA-30E43E6712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93049" y="728905"/>
            <a:ext cx="2552772" cy="215194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3C29EB56-7D58-197B-A8C1-1C7107E062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23575" y="728905"/>
            <a:ext cx="2552772" cy="215194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32FD2B8-42B5-8A89-B237-665EDD5242C6}"/>
              </a:ext>
            </a:extLst>
          </p:cNvPr>
          <p:cNvSpPr/>
          <p:nvPr userDrawn="1"/>
        </p:nvSpPr>
        <p:spPr>
          <a:xfrm>
            <a:off x="4859383" y="6531429"/>
            <a:ext cx="2438400" cy="32657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7679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. Foto en máscara + 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Marcador de posición de imagen 33">
            <a:extLst>
              <a:ext uri="{FF2B5EF4-FFF2-40B4-BE49-F238E27FC236}">
                <a16:creationId xmlns:a16="http://schemas.microsoft.com/office/drawing/2014/main" id="{39BC8BAF-F1ED-BBEE-BF4E-9530BDD66CE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8799" y="834390"/>
            <a:ext cx="5083171" cy="5022663"/>
          </a:xfrm>
          <a:custGeom>
            <a:avLst/>
            <a:gdLst>
              <a:gd name="connsiteX0" fmla="*/ 3543296 w 5083171"/>
              <a:gd name="connsiteY0" fmla="*/ 3481863 h 5022663"/>
              <a:gd name="connsiteX1" fmla="*/ 5083171 w 5083171"/>
              <a:gd name="connsiteY1" fmla="*/ 3481863 h 5022663"/>
              <a:gd name="connsiteX2" fmla="*/ 5083171 w 5083171"/>
              <a:gd name="connsiteY2" fmla="*/ 4084499 h 5022663"/>
              <a:gd name="connsiteX3" fmla="*/ 4134223 w 5083171"/>
              <a:gd name="connsiteY3" fmla="*/ 5022663 h 5022663"/>
              <a:gd name="connsiteX4" fmla="*/ 3543296 w 5083171"/>
              <a:gd name="connsiteY4" fmla="*/ 5022663 h 5022663"/>
              <a:gd name="connsiteX5" fmla="*/ 1771648 w 5083171"/>
              <a:gd name="connsiteY5" fmla="*/ 3481863 h 5022663"/>
              <a:gd name="connsiteX6" fmla="*/ 3311523 w 5083171"/>
              <a:gd name="connsiteY6" fmla="*/ 3481863 h 5022663"/>
              <a:gd name="connsiteX7" fmla="*/ 3311523 w 5083171"/>
              <a:gd name="connsiteY7" fmla="*/ 5022663 h 5022663"/>
              <a:gd name="connsiteX8" fmla="*/ 1771648 w 5083171"/>
              <a:gd name="connsiteY8" fmla="*/ 5022663 h 5022663"/>
              <a:gd name="connsiteX9" fmla="*/ 0 w 5083171"/>
              <a:gd name="connsiteY9" fmla="*/ 3481863 h 5022663"/>
              <a:gd name="connsiteX10" fmla="*/ 1539875 w 5083171"/>
              <a:gd name="connsiteY10" fmla="*/ 3481863 h 5022663"/>
              <a:gd name="connsiteX11" fmla="*/ 1539875 w 5083171"/>
              <a:gd name="connsiteY11" fmla="*/ 5022663 h 5022663"/>
              <a:gd name="connsiteX12" fmla="*/ 0 w 5083171"/>
              <a:gd name="connsiteY12" fmla="*/ 5022663 h 5022663"/>
              <a:gd name="connsiteX13" fmla="*/ 3543296 w 5083171"/>
              <a:gd name="connsiteY13" fmla="*/ 1740931 h 5022663"/>
              <a:gd name="connsiteX14" fmla="*/ 5083171 w 5083171"/>
              <a:gd name="connsiteY14" fmla="*/ 1740931 h 5022663"/>
              <a:gd name="connsiteX15" fmla="*/ 5083171 w 5083171"/>
              <a:gd name="connsiteY15" fmla="*/ 3281731 h 5022663"/>
              <a:gd name="connsiteX16" fmla="*/ 3543296 w 5083171"/>
              <a:gd name="connsiteY16" fmla="*/ 3281731 h 5022663"/>
              <a:gd name="connsiteX17" fmla="*/ 1771648 w 5083171"/>
              <a:gd name="connsiteY17" fmla="*/ 1740931 h 5022663"/>
              <a:gd name="connsiteX18" fmla="*/ 3311523 w 5083171"/>
              <a:gd name="connsiteY18" fmla="*/ 1740931 h 5022663"/>
              <a:gd name="connsiteX19" fmla="*/ 3311523 w 5083171"/>
              <a:gd name="connsiteY19" fmla="*/ 3281731 h 5022663"/>
              <a:gd name="connsiteX20" fmla="*/ 1771648 w 5083171"/>
              <a:gd name="connsiteY20" fmla="*/ 3281731 h 5022663"/>
              <a:gd name="connsiteX21" fmla="*/ 0 w 5083171"/>
              <a:gd name="connsiteY21" fmla="*/ 1740931 h 5022663"/>
              <a:gd name="connsiteX22" fmla="*/ 1539876 w 5083171"/>
              <a:gd name="connsiteY22" fmla="*/ 1740931 h 5022663"/>
              <a:gd name="connsiteX23" fmla="*/ 1539876 w 5083171"/>
              <a:gd name="connsiteY23" fmla="*/ 3281731 h 5022663"/>
              <a:gd name="connsiteX24" fmla="*/ 0 w 5083171"/>
              <a:gd name="connsiteY24" fmla="*/ 3281731 h 5022663"/>
              <a:gd name="connsiteX25" fmla="*/ 3543296 w 5083171"/>
              <a:gd name="connsiteY25" fmla="*/ 0 h 5022663"/>
              <a:gd name="connsiteX26" fmla="*/ 5083171 w 5083171"/>
              <a:gd name="connsiteY26" fmla="*/ 0 h 5022663"/>
              <a:gd name="connsiteX27" fmla="*/ 5083171 w 5083171"/>
              <a:gd name="connsiteY27" fmla="*/ 1540800 h 5022663"/>
              <a:gd name="connsiteX28" fmla="*/ 3543296 w 5083171"/>
              <a:gd name="connsiteY28" fmla="*/ 1540800 h 5022663"/>
              <a:gd name="connsiteX29" fmla="*/ 1771648 w 5083171"/>
              <a:gd name="connsiteY29" fmla="*/ 0 h 5022663"/>
              <a:gd name="connsiteX30" fmla="*/ 3311523 w 5083171"/>
              <a:gd name="connsiteY30" fmla="*/ 0 h 5022663"/>
              <a:gd name="connsiteX31" fmla="*/ 3311523 w 5083171"/>
              <a:gd name="connsiteY31" fmla="*/ 1540800 h 5022663"/>
              <a:gd name="connsiteX32" fmla="*/ 1771648 w 5083171"/>
              <a:gd name="connsiteY32" fmla="*/ 1540800 h 5022663"/>
              <a:gd name="connsiteX33" fmla="*/ 1 w 5083171"/>
              <a:gd name="connsiteY33" fmla="*/ 0 h 5022663"/>
              <a:gd name="connsiteX34" fmla="*/ 1539876 w 5083171"/>
              <a:gd name="connsiteY34" fmla="*/ 0 h 5022663"/>
              <a:gd name="connsiteX35" fmla="*/ 1539876 w 5083171"/>
              <a:gd name="connsiteY35" fmla="*/ 1540800 h 5022663"/>
              <a:gd name="connsiteX36" fmla="*/ 1 w 5083171"/>
              <a:gd name="connsiteY36" fmla="*/ 1540800 h 5022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083171" h="5022663">
                <a:moveTo>
                  <a:pt x="3543296" y="3481863"/>
                </a:moveTo>
                <a:lnTo>
                  <a:pt x="5083171" y="3481863"/>
                </a:lnTo>
                <a:lnTo>
                  <a:pt x="5083171" y="4084499"/>
                </a:lnTo>
                <a:lnTo>
                  <a:pt x="4134223" y="5022663"/>
                </a:lnTo>
                <a:lnTo>
                  <a:pt x="3543296" y="5022663"/>
                </a:lnTo>
                <a:close/>
                <a:moveTo>
                  <a:pt x="1771648" y="3481863"/>
                </a:moveTo>
                <a:lnTo>
                  <a:pt x="3311523" y="3481863"/>
                </a:lnTo>
                <a:lnTo>
                  <a:pt x="3311523" y="5022663"/>
                </a:lnTo>
                <a:lnTo>
                  <a:pt x="1771648" y="5022663"/>
                </a:lnTo>
                <a:close/>
                <a:moveTo>
                  <a:pt x="0" y="3481863"/>
                </a:moveTo>
                <a:lnTo>
                  <a:pt x="1539875" y="3481863"/>
                </a:lnTo>
                <a:lnTo>
                  <a:pt x="1539875" y="5022663"/>
                </a:lnTo>
                <a:lnTo>
                  <a:pt x="0" y="5022663"/>
                </a:lnTo>
                <a:close/>
                <a:moveTo>
                  <a:pt x="3543296" y="1740931"/>
                </a:moveTo>
                <a:lnTo>
                  <a:pt x="5083171" y="1740931"/>
                </a:lnTo>
                <a:lnTo>
                  <a:pt x="5083171" y="3281731"/>
                </a:lnTo>
                <a:lnTo>
                  <a:pt x="3543296" y="3281731"/>
                </a:lnTo>
                <a:close/>
                <a:moveTo>
                  <a:pt x="1771648" y="1740931"/>
                </a:moveTo>
                <a:lnTo>
                  <a:pt x="3311523" y="1740931"/>
                </a:lnTo>
                <a:lnTo>
                  <a:pt x="3311523" y="3281731"/>
                </a:lnTo>
                <a:lnTo>
                  <a:pt x="1771648" y="3281731"/>
                </a:lnTo>
                <a:close/>
                <a:moveTo>
                  <a:pt x="0" y="1740931"/>
                </a:moveTo>
                <a:lnTo>
                  <a:pt x="1539876" y="1740931"/>
                </a:lnTo>
                <a:lnTo>
                  <a:pt x="1539876" y="3281731"/>
                </a:lnTo>
                <a:lnTo>
                  <a:pt x="0" y="3281731"/>
                </a:lnTo>
                <a:close/>
                <a:moveTo>
                  <a:pt x="3543296" y="0"/>
                </a:moveTo>
                <a:lnTo>
                  <a:pt x="5083171" y="0"/>
                </a:lnTo>
                <a:lnTo>
                  <a:pt x="5083171" y="1540800"/>
                </a:lnTo>
                <a:lnTo>
                  <a:pt x="3543296" y="1540800"/>
                </a:lnTo>
                <a:close/>
                <a:moveTo>
                  <a:pt x="1771648" y="0"/>
                </a:moveTo>
                <a:lnTo>
                  <a:pt x="3311523" y="0"/>
                </a:lnTo>
                <a:lnTo>
                  <a:pt x="3311523" y="1540800"/>
                </a:lnTo>
                <a:lnTo>
                  <a:pt x="1771648" y="1540800"/>
                </a:lnTo>
                <a:close/>
                <a:moveTo>
                  <a:pt x="1" y="0"/>
                </a:moveTo>
                <a:lnTo>
                  <a:pt x="1539876" y="0"/>
                </a:lnTo>
                <a:lnTo>
                  <a:pt x="1539876" y="1540800"/>
                </a:lnTo>
                <a:lnTo>
                  <a:pt x="1" y="15408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s-ES"/>
          </a:p>
        </p:txBody>
      </p:sp>
      <p:sp>
        <p:nvSpPr>
          <p:cNvPr id="9" name="bg object 16">
            <a:extLst>
              <a:ext uri="{FF2B5EF4-FFF2-40B4-BE49-F238E27FC236}">
                <a16:creationId xmlns:a16="http://schemas.microsoft.com/office/drawing/2014/main" id="{2DA49250-4DE7-6AD2-C221-E8925FB732B5}"/>
              </a:ext>
            </a:extLst>
          </p:cNvPr>
          <p:cNvSpPr/>
          <p:nvPr/>
        </p:nvSpPr>
        <p:spPr>
          <a:xfrm>
            <a:off x="1" y="6268156"/>
            <a:ext cx="11588768" cy="603429"/>
          </a:xfrm>
          <a:custGeom>
            <a:avLst/>
            <a:gdLst/>
            <a:ahLst/>
            <a:cxnLst/>
            <a:rect l="l" t="t" r="r" b="b"/>
            <a:pathLst>
              <a:path w="19109690" h="995045">
                <a:moveTo>
                  <a:pt x="0" y="994734"/>
                </a:moveTo>
                <a:lnTo>
                  <a:pt x="19109365" y="994734"/>
                </a:lnTo>
                <a:lnTo>
                  <a:pt x="19109365" y="0"/>
                </a:lnTo>
                <a:lnTo>
                  <a:pt x="0" y="0"/>
                </a:lnTo>
                <a:lnTo>
                  <a:pt x="0" y="994734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bg object 17">
            <a:extLst>
              <a:ext uri="{FF2B5EF4-FFF2-40B4-BE49-F238E27FC236}">
                <a16:creationId xmlns:a16="http://schemas.microsoft.com/office/drawing/2014/main" id="{78129E09-40CC-8E1A-3754-FCD366422290}"/>
              </a:ext>
            </a:extLst>
          </p:cNvPr>
          <p:cNvSpPr/>
          <p:nvPr/>
        </p:nvSpPr>
        <p:spPr>
          <a:xfrm>
            <a:off x="169577" y="6393275"/>
            <a:ext cx="353124" cy="353124"/>
          </a:xfrm>
          <a:custGeom>
            <a:avLst/>
            <a:gdLst/>
            <a:ahLst/>
            <a:cxnLst/>
            <a:rect l="l" t="t" r="r" b="b"/>
            <a:pathLst>
              <a:path w="582294" h="582295">
                <a:moveTo>
                  <a:pt x="116420" y="465683"/>
                </a:moveTo>
                <a:lnTo>
                  <a:pt x="0" y="465683"/>
                </a:lnTo>
                <a:lnTo>
                  <a:pt x="0" y="582117"/>
                </a:lnTo>
                <a:lnTo>
                  <a:pt x="116420" y="582117"/>
                </a:lnTo>
                <a:lnTo>
                  <a:pt x="116420" y="465683"/>
                </a:lnTo>
                <a:close/>
              </a:path>
              <a:path w="582294" h="582295">
                <a:moveTo>
                  <a:pt x="116420" y="232841"/>
                </a:moveTo>
                <a:lnTo>
                  <a:pt x="0" y="232841"/>
                </a:lnTo>
                <a:lnTo>
                  <a:pt x="0" y="349262"/>
                </a:lnTo>
                <a:lnTo>
                  <a:pt x="116420" y="349262"/>
                </a:lnTo>
                <a:lnTo>
                  <a:pt x="116420" y="232841"/>
                </a:lnTo>
                <a:close/>
              </a:path>
              <a:path w="582294" h="582295">
                <a:moveTo>
                  <a:pt x="116420" y="0"/>
                </a:moveTo>
                <a:lnTo>
                  <a:pt x="0" y="0"/>
                </a:lnTo>
                <a:lnTo>
                  <a:pt x="0" y="116420"/>
                </a:lnTo>
                <a:lnTo>
                  <a:pt x="116420" y="116420"/>
                </a:lnTo>
                <a:lnTo>
                  <a:pt x="116420" y="0"/>
                </a:lnTo>
                <a:close/>
              </a:path>
              <a:path w="582294" h="582295">
                <a:moveTo>
                  <a:pt x="349275" y="465683"/>
                </a:moveTo>
                <a:lnTo>
                  <a:pt x="232854" y="465683"/>
                </a:lnTo>
                <a:lnTo>
                  <a:pt x="232854" y="582117"/>
                </a:lnTo>
                <a:lnTo>
                  <a:pt x="349275" y="582117"/>
                </a:lnTo>
                <a:lnTo>
                  <a:pt x="349275" y="465683"/>
                </a:lnTo>
                <a:close/>
              </a:path>
              <a:path w="582294" h="582295">
                <a:moveTo>
                  <a:pt x="349275" y="232841"/>
                </a:moveTo>
                <a:lnTo>
                  <a:pt x="232854" y="232841"/>
                </a:lnTo>
                <a:lnTo>
                  <a:pt x="232854" y="349262"/>
                </a:lnTo>
                <a:lnTo>
                  <a:pt x="349275" y="349262"/>
                </a:lnTo>
                <a:lnTo>
                  <a:pt x="349275" y="232841"/>
                </a:lnTo>
                <a:close/>
              </a:path>
              <a:path w="582294" h="582295">
                <a:moveTo>
                  <a:pt x="349275" y="0"/>
                </a:moveTo>
                <a:lnTo>
                  <a:pt x="232854" y="0"/>
                </a:lnTo>
                <a:lnTo>
                  <a:pt x="232854" y="116420"/>
                </a:lnTo>
                <a:lnTo>
                  <a:pt x="349275" y="116420"/>
                </a:lnTo>
                <a:lnTo>
                  <a:pt x="349275" y="0"/>
                </a:lnTo>
                <a:close/>
              </a:path>
              <a:path w="582294" h="582295">
                <a:moveTo>
                  <a:pt x="582129" y="465683"/>
                </a:moveTo>
                <a:lnTo>
                  <a:pt x="465709" y="465683"/>
                </a:lnTo>
                <a:lnTo>
                  <a:pt x="465709" y="582117"/>
                </a:lnTo>
                <a:lnTo>
                  <a:pt x="582129" y="582117"/>
                </a:lnTo>
                <a:lnTo>
                  <a:pt x="582129" y="465683"/>
                </a:lnTo>
                <a:close/>
              </a:path>
              <a:path w="582294" h="582295">
                <a:moveTo>
                  <a:pt x="582129" y="232841"/>
                </a:moveTo>
                <a:lnTo>
                  <a:pt x="465709" y="232841"/>
                </a:lnTo>
                <a:lnTo>
                  <a:pt x="465709" y="349262"/>
                </a:lnTo>
                <a:lnTo>
                  <a:pt x="582129" y="349262"/>
                </a:lnTo>
                <a:lnTo>
                  <a:pt x="582129" y="232841"/>
                </a:lnTo>
                <a:close/>
              </a:path>
              <a:path w="582294" h="582295">
                <a:moveTo>
                  <a:pt x="582129" y="0"/>
                </a:moveTo>
                <a:lnTo>
                  <a:pt x="465709" y="0"/>
                </a:lnTo>
                <a:lnTo>
                  <a:pt x="465709" y="116420"/>
                </a:lnTo>
                <a:lnTo>
                  <a:pt x="582129" y="116420"/>
                </a:lnTo>
                <a:lnTo>
                  <a:pt x="582129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bg object 18">
            <a:extLst>
              <a:ext uri="{FF2B5EF4-FFF2-40B4-BE49-F238E27FC236}">
                <a16:creationId xmlns:a16="http://schemas.microsoft.com/office/drawing/2014/main" id="{35ACB04A-03E8-1BAB-D7BD-1DA8918BCAB9}"/>
              </a:ext>
            </a:extLst>
          </p:cNvPr>
          <p:cNvSpPr/>
          <p:nvPr/>
        </p:nvSpPr>
        <p:spPr>
          <a:xfrm>
            <a:off x="11588572" y="6268156"/>
            <a:ext cx="603429" cy="603429"/>
          </a:xfrm>
          <a:custGeom>
            <a:avLst/>
            <a:gdLst/>
            <a:ahLst/>
            <a:cxnLst/>
            <a:rect l="l" t="t" r="r" b="b"/>
            <a:pathLst>
              <a:path w="995044" h="995045">
                <a:moveTo>
                  <a:pt x="994723" y="0"/>
                </a:moveTo>
                <a:lnTo>
                  <a:pt x="0" y="0"/>
                </a:lnTo>
                <a:lnTo>
                  <a:pt x="0" y="994734"/>
                </a:lnTo>
                <a:lnTo>
                  <a:pt x="994723" y="994734"/>
                </a:lnTo>
                <a:lnTo>
                  <a:pt x="994723" y="0"/>
                </a:lnTo>
                <a:close/>
              </a:path>
            </a:pathLst>
          </a:custGeom>
          <a:solidFill>
            <a:srgbClr val="DEED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bg object 19">
            <a:extLst>
              <a:ext uri="{FF2B5EF4-FFF2-40B4-BE49-F238E27FC236}">
                <a16:creationId xmlns:a16="http://schemas.microsoft.com/office/drawing/2014/main" id="{2EE1718B-70DD-48DB-6D96-059E7DA7234A}"/>
              </a:ext>
            </a:extLst>
          </p:cNvPr>
          <p:cNvSpPr/>
          <p:nvPr/>
        </p:nvSpPr>
        <p:spPr>
          <a:xfrm>
            <a:off x="11887735" y="6567326"/>
            <a:ext cx="304218" cy="304218"/>
          </a:xfrm>
          <a:custGeom>
            <a:avLst/>
            <a:gdLst/>
            <a:ahLst/>
            <a:cxnLst/>
            <a:rect l="l" t="t" r="r" b="b"/>
            <a:pathLst>
              <a:path w="501650" h="501650">
                <a:moveTo>
                  <a:pt x="501408" y="0"/>
                </a:moveTo>
                <a:lnTo>
                  <a:pt x="0" y="0"/>
                </a:lnTo>
                <a:lnTo>
                  <a:pt x="0" y="501408"/>
                </a:lnTo>
                <a:lnTo>
                  <a:pt x="501408" y="501408"/>
                </a:lnTo>
                <a:lnTo>
                  <a:pt x="501408" y="0"/>
                </a:lnTo>
                <a:close/>
              </a:path>
            </a:pathLst>
          </a:custGeom>
          <a:solidFill>
            <a:srgbClr val="C5D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bg object 20">
            <a:extLst>
              <a:ext uri="{FF2B5EF4-FFF2-40B4-BE49-F238E27FC236}">
                <a16:creationId xmlns:a16="http://schemas.microsoft.com/office/drawing/2014/main" id="{CF855C37-BB0B-DA3C-0A0B-B1A64F18A8D4}"/>
              </a:ext>
            </a:extLst>
          </p:cNvPr>
          <p:cNvSpPr/>
          <p:nvPr/>
        </p:nvSpPr>
        <p:spPr>
          <a:xfrm>
            <a:off x="12034876" y="6714460"/>
            <a:ext cx="157114" cy="157114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8787" y="0"/>
                </a:moveTo>
                <a:lnTo>
                  <a:pt x="0" y="0"/>
                </a:lnTo>
                <a:lnTo>
                  <a:pt x="0" y="258787"/>
                </a:lnTo>
                <a:lnTo>
                  <a:pt x="258787" y="258787"/>
                </a:lnTo>
                <a:lnTo>
                  <a:pt x="258787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103E1A7-B89E-4E38-BB21-6B1E501B3133}"/>
              </a:ext>
            </a:extLst>
          </p:cNvPr>
          <p:cNvSpPr txBox="1"/>
          <p:nvPr userDrawn="1"/>
        </p:nvSpPr>
        <p:spPr>
          <a:xfrm>
            <a:off x="664032" y="6488309"/>
            <a:ext cx="622989" cy="1580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fld id="{E3980973-46F5-4CF7-B567-7295FE0523D3}" type="slidenum">
              <a:rPr lang="es-ES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‹nº›</a:t>
            </a:fld>
            <a:endParaRPr lang="es-ES" sz="10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612CF6BE-379A-E045-5263-827806A1EE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93048" y="3648978"/>
            <a:ext cx="5595475" cy="122066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16" name="object 19">
            <a:extLst>
              <a:ext uri="{FF2B5EF4-FFF2-40B4-BE49-F238E27FC236}">
                <a16:creationId xmlns:a16="http://schemas.microsoft.com/office/drawing/2014/main" id="{2D458840-DF5F-9106-0471-4845CF47218C}"/>
              </a:ext>
            </a:extLst>
          </p:cNvPr>
          <p:cNvSpPr/>
          <p:nvPr userDrawn="1"/>
        </p:nvSpPr>
        <p:spPr>
          <a:xfrm>
            <a:off x="6000752" y="3206037"/>
            <a:ext cx="5588064" cy="0"/>
          </a:xfrm>
          <a:custGeom>
            <a:avLst/>
            <a:gdLst/>
            <a:ahLst/>
            <a:cxnLst/>
            <a:rect l="l" t="t" r="r" b="b"/>
            <a:pathLst>
              <a:path w="9214485">
                <a:moveTo>
                  <a:pt x="0" y="0"/>
                </a:moveTo>
                <a:lnTo>
                  <a:pt x="9214379" y="0"/>
                </a:lnTo>
              </a:path>
            </a:pathLst>
          </a:custGeom>
          <a:ln w="5235">
            <a:solidFill>
              <a:srgbClr val="57575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CF2155A9-979E-AF7D-4100-B365C5AA06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93048" y="5003128"/>
            <a:ext cx="5595475" cy="8539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0624CEAB-4BBB-8594-8CB6-BB36B07704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93049" y="841722"/>
            <a:ext cx="2552772" cy="215194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2123C57F-842B-7DE2-433E-7C4E7B1E1C7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923575" y="841722"/>
            <a:ext cx="2552772" cy="215194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967948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. foto +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133D3F82-1270-7858-8EFE-7F0A5D05F51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2612" y="826220"/>
            <a:ext cx="4933626" cy="4933707"/>
          </a:xfrm>
          <a:custGeom>
            <a:avLst/>
            <a:gdLst>
              <a:gd name="connsiteX0" fmla="*/ 0 w 4933626"/>
              <a:gd name="connsiteY0" fmla="*/ 0 h 4933707"/>
              <a:gd name="connsiteX1" fmla="*/ 4933626 w 4933626"/>
              <a:gd name="connsiteY1" fmla="*/ 0 h 4933707"/>
              <a:gd name="connsiteX2" fmla="*/ 4933626 w 4933626"/>
              <a:gd name="connsiteY2" fmla="*/ 4093561 h 4933707"/>
              <a:gd name="connsiteX3" fmla="*/ 4093480 w 4933626"/>
              <a:gd name="connsiteY3" fmla="*/ 4933707 h 4933707"/>
              <a:gd name="connsiteX4" fmla="*/ 0 w 4933626"/>
              <a:gd name="connsiteY4" fmla="*/ 4933707 h 4933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3626" h="4933707">
                <a:moveTo>
                  <a:pt x="0" y="0"/>
                </a:moveTo>
                <a:lnTo>
                  <a:pt x="4933626" y="0"/>
                </a:lnTo>
                <a:lnTo>
                  <a:pt x="4933626" y="4093561"/>
                </a:lnTo>
                <a:lnTo>
                  <a:pt x="4093480" y="4933707"/>
                </a:lnTo>
                <a:lnTo>
                  <a:pt x="0" y="493370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BA7AC33B-3736-29B1-6BFC-968BB6275D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16766" y="5170726"/>
            <a:ext cx="4374022" cy="1806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buNone/>
              <a:defRPr lang="es-ES" sz="900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1pPr>
            <a:lvl2pPr marL="4572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 marL="9144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 marL="13716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 marL="1828800" indent="0">
              <a:buNone/>
              <a:defRPr lang="en-GB" sz="546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1" name="Marcador de gráfico 20">
            <a:extLst>
              <a:ext uri="{FF2B5EF4-FFF2-40B4-BE49-F238E27FC236}">
                <a16:creationId xmlns:a16="http://schemas.microsoft.com/office/drawing/2014/main" id="{8F0739CB-7F81-5E28-2187-4D414038AC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716253" y="823913"/>
            <a:ext cx="4374022" cy="3943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no ícone para adicionar gráfico</a:t>
            </a:r>
            <a:endParaRPr lang="en-GB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23F8FAE-D9F5-D2D0-FAA9-B877E482C0B2}"/>
              </a:ext>
            </a:extLst>
          </p:cNvPr>
          <p:cNvSpPr/>
          <p:nvPr userDrawn="1"/>
        </p:nvSpPr>
        <p:spPr>
          <a:xfrm>
            <a:off x="4859383" y="6531429"/>
            <a:ext cx="2438400" cy="32657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5197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. grafico + foto + 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Marcador de posición de imagen 21">
            <a:extLst>
              <a:ext uri="{FF2B5EF4-FFF2-40B4-BE49-F238E27FC236}">
                <a16:creationId xmlns:a16="http://schemas.microsoft.com/office/drawing/2014/main" id="{5E3002A9-F6BC-B993-75BB-595D806140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7600" y="590550"/>
            <a:ext cx="2544763" cy="2533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29" name="Marcador de posición de imagen 28">
            <a:extLst>
              <a:ext uri="{FF2B5EF4-FFF2-40B4-BE49-F238E27FC236}">
                <a16:creationId xmlns:a16="http://schemas.microsoft.com/office/drawing/2014/main" id="{8EC78272-4867-AF48-5300-1EF4D4D44A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39122" y="590551"/>
            <a:ext cx="2541691" cy="2533403"/>
          </a:xfrm>
          <a:custGeom>
            <a:avLst/>
            <a:gdLst>
              <a:gd name="connsiteX0" fmla="*/ 0 w 2541691"/>
              <a:gd name="connsiteY0" fmla="*/ 0 h 2533403"/>
              <a:gd name="connsiteX1" fmla="*/ 2541691 w 2541691"/>
              <a:gd name="connsiteY1" fmla="*/ 0 h 2533403"/>
              <a:gd name="connsiteX2" fmla="*/ 2541691 w 2541691"/>
              <a:gd name="connsiteY2" fmla="*/ 1756865 h 2533403"/>
              <a:gd name="connsiteX3" fmla="*/ 1765153 w 2541691"/>
              <a:gd name="connsiteY3" fmla="*/ 2533403 h 2533403"/>
              <a:gd name="connsiteX4" fmla="*/ 0 w 2541691"/>
              <a:gd name="connsiteY4" fmla="*/ 2533403 h 25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1691" h="2533403">
                <a:moveTo>
                  <a:pt x="0" y="0"/>
                </a:moveTo>
                <a:lnTo>
                  <a:pt x="2541691" y="0"/>
                </a:lnTo>
                <a:lnTo>
                  <a:pt x="2541691" y="1756865"/>
                </a:lnTo>
                <a:lnTo>
                  <a:pt x="1765153" y="2533403"/>
                </a:lnTo>
                <a:lnTo>
                  <a:pt x="0" y="253340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6" name="object 35">
            <a:extLst>
              <a:ext uri="{FF2B5EF4-FFF2-40B4-BE49-F238E27FC236}">
                <a16:creationId xmlns:a16="http://schemas.microsoft.com/office/drawing/2014/main" id="{68A436BB-BD98-02C8-0092-6B82D4B0A64A}"/>
              </a:ext>
            </a:extLst>
          </p:cNvPr>
          <p:cNvSpPr/>
          <p:nvPr userDrawn="1"/>
        </p:nvSpPr>
        <p:spPr>
          <a:xfrm>
            <a:off x="10675565" y="2171459"/>
            <a:ext cx="1117921" cy="1105213"/>
          </a:xfrm>
          <a:custGeom>
            <a:avLst/>
            <a:gdLst/>
            <a:ahLst/>
            <a:cxnLst/>
            <a:rect l="l" t="t" r="r" b="b"/>
            <a:pathLst>
              <a:path w="1843405" h="1822450">
                <a:moveTo>
                  <a:pt x="1842875" y="0"/>
                </a:moveTo>
                <a:lnTo>
                  <a:pt x="0" y="1821934"/>
                </a:lnTo>
                <a:lnTo>
                  <a:pt x="1842875" y="1821934"/>
                </a:lnTo>
                <a:lnTo>
                  <a:pt x="18428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BDE298C5-4E9D-EA9F-0957-DF15DC5B7548}"/>
              </a:ext>
            </a:extLst>
          </p:cNvPr>
          <p:cNvSpPr/>
          <p:nvPr userDrawn="1"/>
        </p:nvSpPr>
        <p:spPr>
          <a:xfrm>
            <a:off x="522611" y="590308"/>
            <a:ext cx="5373973" cy="5374952"/>
          </a:xfrm>
          <a:custGeom>
            <a:avLst/>
            <a:gdLst>
              <a:gd name="connsiteX0" fmla="*/ 0 w 5373973"/>
              <a:gd name="connsiteY0" fmla="*/ 0 h 5374952"/>
              <a:gd name="connsiteX1" fmla="*/ 5373973 w 5373973"/>
              <a:gd name="connsiteY1" fmla="*/ 0 h 5374952"/>
              <a:gd name="connsiteX2" fmla="*/ 5373973 w 5373973"/>
              <a:gd name="connsiteY2" fmla="*/ 4419826 h 5374952"/>
              <a:gd name="connsiteX3" fmla="*/ 4407869 w 5373973"/>
              <a:gd name="connsiteY3" fmla="*/ 5374952 h 5374952"/>
              <a:gd name="connsiteX4" fmla="*/ 0 w 5373973"/>
              <a:gd name="connsiteY4" fmla="*/ 5374952 h 5374952"/>
              <a:gd name="connsiteX5" fmla="*/ 0 w 5373973"/>
              <a:gd name="connsiteY5" fmla="*/ 0 h 5374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3973" h="5374952">
                <a:moveTo>
                  <a:pt x="0" y="0"/>
                </a:moveTo>
                <a:lnTo>
                  <a:pt x="5373973" y="0"/>
                </a:lnTo>
                <a:lnTo>
                  <a:pt x="5373973" y="4419826"/>
                </a:lnTo>
                <a:lnTo>
                  <a:pt x="4407869" y="5374952"/>
                </a:lnTo>
                <a:lnTo>
                  <a:pt x="0" y="537495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alpha val="60000"/>
            </a:schemeClr>
          </a:solidFill>
        </p:spPr>
        <p:txBody>
          <a:bodyPr wrap="square" lIns="0" tIns="0" rIns="0" bIns="0" rtlCol="0"/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2744E752-352E-0CBA-E454-13CCA5842A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94" y="5542305"/>
            <a:ext cx="3435056" cy="1806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buNone/>
              <a:defRPr lang="es-ES" sz="900" kern="1200" dirty="0" smtClean="0">
                <a:solidFill>
                  <a:srgbClr val="575756"/>
                </a:solidFill>
                <a:latin typeface="Santander Micro Text" panose="020B0504020201010104" pitchFamily="34" charset="0"/>
                <a:ea typeface="+mn-ea"/>
                <a:cs typeface="Santander Micro Text" panose="020B0504020201010104" pitchFamily="34" charset="0"/>
              </a:defRPr>
            </a:lvl1pPr>
            <a:lvl2pPr marL="4572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 marL="9144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 marL="13716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 marL="1828800" indent="0">
              <a:buNone/>
              <a:defRPr lang="en-GB" sz="546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7" name="Marcador de gráfico 20">
            <a:extLst>
              <a:ext uri="{FF2B5EF4-FFF2-40B4-BE49-F238E27FC236}">
                <a16:creationId xmlns:a16="http://schemas.microsoft.com/office/drawing/2014/main" id="{26A1C9DD-4805-0295-CC97-D208A22DE968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799881" y="892740"/>
            <a:ext cx="4374022" cy="41015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no ícone para adicionar gráfico</a:t>
            </a:r>
            <a:endParaRPr lang="en-GB"/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54F4E4B7-79C7-F56D-6A36-E00E535679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28299" y="3276672"/>
            <a:ext cx="2560224" cy="828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18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B53D3532-54AB-87D5-6048-4A3F6F237A3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28299" y="4207777"/>
            <a:ext cx="2552772" cy="150533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2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CBE6B5CF-C189-003E-DA07-9DA7DB0099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7600" y="3276672"/>
            <a:ext cx="2560224" cy="828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18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33" name="Marcador de texto 17">
            <a:extLst>
              <a:ext uri="{FF2B5EF4-FFF2-40B4-BE49-F238E27FC236}">
                <a16:creationId xmlns:a16="http://schemas.microsoft.com/office/drawing/2014/main" id="{0A76535D-34A1-18D8-7536-201DA4F816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7600" y="4207777"/>
            <a:ext cx="2552772" cy="150533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2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A3F7B7C-7D3D-D076-6053-7493996F3C1F}"/>
              </a:ext>
            </a:extLst>
          </p:cNvPr>
          <p:cNvSpPr/>
          <p:nvPr userDrawn="1"/>
        </p:nvSpPr>
        <p:spPr>
          <a:xfrm>
            <a:off x="4859383" y="6531429"/>
            <a:ext cx="2438400" cy="32657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8132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. Foto +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A84CDCF2-F575-BED7-32EE-9D02467ACB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311775" cy="6267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B8F225E8-F17F-2E32-32B7-A54A737D4FD4}"/>
              </a:ext>
            </a:extLst>
          </p:cNvPr>
          <p:cNvSpPr/>
          <p:nvPr userDrawn="1"/>
        </p:nvSpPr>
        <p:spPr>
          <a:xfrm>
            <a:off x="5311775" y="152"/>
            <a:ext cx="6880225" cy="6267298"/>
          </a:xfrm>
          <a:custGeom>
            <a:avLst/>
            <a:gdLst/>
            <a:ahLst/>
            <a:cxnLst/>
            <a:rect l="l" t="t" r="r" b="b"/>
            <a:pathLst>
              <a:path w="12062460" h="10554970">
                <a:moveTo>
                  <a:pt x="12062459" y="0"/>
                </a:moveTo>
                <a:lnTo>
                  <a:pt x="0" y="0"/>
                </a:lnTo>
                <a:lnTo>
                  <a:pt x="0" y="10554652"/>
                </a:lnTo>
                <a:lnTo>
                  <a:pt x="12062459" y="10554652"/>
                </a:lnTo>
                <a:lnTo>
                  <a:pt x="12062459" y="0"/>
                </a:lnTo>
                <a:close/>
              </a:path>
            </a:pathLst>
          </a:custGeom>
          <a:solidFill>
            <a:schemeClr val="accent3">
              <a:alpha val="58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Marcador de gráfico 20">
            <a:extLst>
              <a:ext uri="{FF2B5EF4-FFF2-40B4-BE49-F238E27FC236}">
                <a16:creationId xmlns:a16="http://schemas.microsoft.com/office/drawing/2014/main" id="{6A3B7806-EBFD-BB14-C191-41BA6ACB7050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096000" y="892741"/>
            <a:ext cx="5417022" cy="39710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no ícone para adicionar gráfico</a:t>
            </a:r>
            <a:endParaRPr lang="en-GB"/>
          </a:p>
        </p:txBody>
      </p:sp>
      <p:sp>
        <p:nvSpPr>
          <p:cNvPr id="9" name="Marcador de texto 15">
            <a:extLst>
              <a:ext uri="{FF2B5EF4-FFF2-40B4-BE49-F238E27FC236}">
                <a16:creationId xmlns:a16="http://schemas.microsoft.com/office/drawing/2014/main" id="{07274D9B-0A61-5EC1-B256-F413D60AF9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969" y="5035802"/>
            <a:ext cx="3435056" cy="1806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buNone/>
              <a:defRPr lang="es-ES" sz="900" kern="1200" dirty="0" smtClean="0">
                <a:solidFill>
                  <a:srgbClr val="575756"/>
                </a:solidFill>
                <a:latin typeface="Santander Micro Text" panose="020B0504020201010104" pitchFamily="34" charset="0"/>
                <a:ea typeface="+mn-ea"/>
                <a:cs typeface="Santander Micro Text" panose="020B0504020201010104" pitchFamily="34" charset="0"/>
              </a:defRPr>
            </a:lvl1pPr>
            <a:lvl2pPr marL="4572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 marL="9144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 marL="13716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 marL="1828800" indent="0">
              <a:buNone/>
              <a:defRPr lang="en-GB" sz="546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FB4BA02-6913-82D7-9F0A-133796973357}"/>
              </a:ext>
            </a:extLst>
          </p:cNvPr>
          <p:cNvSpPr/>
          <p:nvPr userDrawn="1"/>
        </p:nvSpPr>
        <p:spPr>
          <a:xfrm>
            <a:off x="4859383" y="6531429"/>
            <a:ext cx="2438400" cy="32657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26874D21-0575-934E-9A0B-CC4C16DB57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0262" y="234345"/>
            <a:ext cx="1106877" cy="24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17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. Interior. Foto +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A84CDCF2-F575-BED7-32EE-9D02467ACB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311775" cy="6267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B8F225E8-F17F-2E32-32B7-A54A737D4FD4}"/>
              </a:ext>
            </a:extLst>
          </p:cNvPr>
          <p:cNvSpPr/>
          <p:nvPr userDrawn="1"/>
        </p:nvSpPr>
        <p:spPr>
          <a:xfrm>
            <a:off x="5311775" y="152"/>
            <a:ext cx="6880225" cy="6267298"/>
          </a:xfrm>
          <a:custGeom>
            <a:avLst/>
            <a:gdLst/>
            <a:ahLst/>
            <a:cxnLst/>
            <a:rect l="l" t="t" r="r" b="b"/>
            <a:pathLst>
              <a:path w="12062460" h="10554970">
                <a:moveTo>
                  <a:pt x="12062459" y="0"/>
                </a:moveTo>
                <a:lnTo>
                  <a:pt x="0" y="0"/>
                </a:lnTo>
                <a:lnTo>
                  <a:pt x="0" y="10554652"/>
                </a:lnTo>
                <a:lnTo>
                  <a:pt x="12062459" y="10554652"/>
                </a:lnTo>
                <a:lnTo>
                  <a:pt x="12062459" y="0"/>
                </a:lnTo>
                <a:close/>
              </a:path>
            </a:pathLst>
          </a:custGeom>
          <a:solidFill>
            <a:schemeClr val="accent3">
              <a:alpha val="58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Marcador de gráfico 20">
            <a:extLst>
              <a:ext uri="{FF2B5EF4-FFF2-40B4-BE49-F238E27FC236}">
                <a16:creationId xmlns:a16="http://schemas.microsoft.com/office/drawing/2014/main" id="{6A3B7806-EBFD-BB14-C191-41BA6ACB7050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096000" y="892741"/>
            <a:ext cx="5417022" cy="39710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no ícone para adicionar gráfico</a:t>
            </a:r>
            <a:endParaRPr lang="en-GB"/>
          </a:p>
        </p:txBody>
      </p:sp>
      <p:sp>
        <p:nvSpPr>
          <p:cNvPr id="9" name="Marcador de texto 15">
            <a:extLst>
              <a:ext uri="{FF2B5EF4-FFF2-40B4-BE49-F238E27FC236}">
                <a16:creationId xmlns:a16="http://schemas.microsoft.com/office/drawing/2014/main" id="{07274D9B-0A61-5EC1-B256-F413D60AF9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969" y="5035802"/>
            <a:ext cx="3435056" cy="1806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buNone/>
              <a:defRPr lang="es-ES" sz="900" kern="1200" dirty="0" smtClean="0">
                <a:solidFill>
                  <a:srgbClr val="575756"/>
                </a:solidFill>
                <a:latin typeface="Santander Micro Text" panose="020B0504020201010104" pitchFamily="34" charset="0"/>
                <a:ea typeface="+mn-ea"/>
                <a:cs typeface="Santander Micro Text" panose="020B0504020201010104" pitchFamily="34" charset="0"/>
              </a:defRPr>
            </a:lvl1pPr>
            <a:lvl2pPr marL="4572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 marL="9144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 marL="13716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 marL="1828800" indent="0">
              <a:buNone/>
              <a:defRPr lang="en-GB" sz="546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FB4BA02-6913-82D7-9F0A-133796973357}"/>
              </a:ext>
            </a:extLst>
          </p:cNvPr>
          <p:cNvSpPr/>
          <p:nvPr userDrawn="1"/>
        </p:nvSpPr>
        <p:spPr>
          <a:xfrm>
            <a:off x="4859383" y="6531429"/>
            <a:ext cx="2438400" cy="32657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8F46264-A483-E802-790D-A4B239DE3B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0262" y="234345"/>
            <a:ext cx="1106877" cy="24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92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. txt en bloques color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6F90F2E1-1E8C-770F-F067-3A309CFB08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43999" y="1325563"/>
            <a:ext cx="3047999" cy="49403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2" name="object 43">
            <a:extLst>
              <a:ext uri="{FF2B5EF4-FFF2-40B4-BE49-F238E27FC236}">
                <a16:creationId xmlns:a16="http://schemas.microsoft.com/office/drawing/2014/main" id="{09107224-1304-45A6-5E24-7657498B281A}"/>
              </a:ext>
            </a:extLst>
          </p:cNvPr>
          <p:cNvSpPr/>
          <p:nvPr userDrawn="1"/>
        </p:nvSpPr>
        <p:spPr>
          <a:xfrm>
            <a:off x="4516759" y="4767973"/>
            <a:ext cx="1117921" cy="1105213"/>
          </a:xfrm>
          <a:custGeom>
            <a:avLst/>
            <a:gdLst/>
            <a:ahLst/>
            <a:cxnLst/>
            <a:rect l="l" t="t" r="r" b="b"/>
            <a:pathLst>
              <a:path w="1843404" h="1822450">
                <a:moveTo>
                  <a:pt x="1842875" y="0"/>
                </a:moveTo>
                <a:lnTo>
                  <a:pt x="0" y="1821934"/>
                </a:lnTo>
                <a:lnTo>
                  <a:pt x="1842875" y="1821934"/>
                </a:lnTo>
                <a:lnTo>
                  <a:pt x="18428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F28C0BE-D0AA-BFF8-B832-D011D43EC5FF}"/>
              </a:ext>
            </a:extLst>
          </p:cNvPr>
          <p:cNvSpPr/>
          <p:nvPr/>
        </p:nvSpPr>
        <p:spPr>
          <a:xfrm>
            <a:off x="0" y="1325639"/>
            <a:ext cx="3048000" cy="4940340"/>
          </a:xfrm>
          <a:custGeom>
            <a:avLst/>
            <a:gdLst/>
            <a:ahLst/>
            <a:cxnLst/>
            <a:rect l="l" t="t" r="r" b="b"/>
            <a:pathLst>
              <a:path w="5026025" h="8146415">
                <a:moveTo>
                  <a:pt x="5026024" y="0"/>
                </a:moveTo>
                <a:lnTo>
                  <a:pt x="0" y="0"/>
                </a:lnTo>
                <a:lnTo>
                  <a:pt x="0" y="8146348"/>
                </a:lnTo>
                <a:lnTo>
                  <a:pt x="5026024" y="8146348"/>
                </a:lnTo>
                <a:lnTo>
                  <a:pt x="5026024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5AEF9BD-D95C-151C-7CCD-FFFAAA5AE607}"/>
              </a:ext>
            </a:extLst>
          </p:cNvPr>
          <p:cNvSpPr/>
          <p:nvPr/>
        </p:nvSpPr>
        <p:spPr>
          <a:xfrm>
            <a:off x="3048000" y="1325639"/>
            <a:ext cx="3048000" cy="4940340"/>
          </a:xfrm>
          <a:custGeom>
            <a:avLst/>
            <a:gdLst/>
            <a:ahLst/>
            <a:cxnLst/>
            <a:rect l="l" t="t" r="r" b="b"/>
            <a:pathLst>
              <a:path w="5026025" h="8146415">
                <a:moveTo>
                  <a:pt x="5026024" y="0"/>
                </a:moveTo>
                <a:lnTo>
                  <a:pt x="0" y="0"/>
                </a:lnTo>
                <a:lnTo>
                  <a:pt x="0" y="8146348"/>
                </a:lnTo>
                <a:lnTo>
                  <a:pt x="5026024" y="8146348"/>
                </a:lnTo>
                <a:lnTo>
                  <a:pt x="5026024" y="0"/>
                </a:lnTo>
                <a:close/>
              </a:path>
            </a:pathLst>
          </a:custGeom>
          <a:solidFill>
            <a:schemeClr val="accent3">
              <a:lumMod val="9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86B5A03D-AFA4-CB83-D1A6-4AE0E9C6892A}"/>
              </a:ext>
            </a:extLst>
          </p:cNvPr>
          <p:cNvSpPr/>
          <p:nvPr/>
        </p:nvSpPr>
        <p:spPr>
          <a:xfrm>
            <a:off x="6096000" y="1325563"/>
            <a:ext cx="3048000" cy="4940340"/>
          </a:xfrm>
          <a:custGeom>
            <a:avLst/>
            <a:gdLst/>
            <a:ahLst/>
            <a:cxnLst/>
            <a:rect l="l" t="t" r="r" b="b"/>
            <a:pathLst>
              <a:path w="5026025" h="8146415">
                <a:moveTo>
                  <a:pt x="5026024" y="0"/>
                </a:moveTo>
                <a:lnTo>
                  <a:pt x="0" y="0"/>
                </a:lnTo>
                <a:lnTo>
                  <a:pt x="0" y="8146348"/>
                </a:lnTo>
                <a:lnTo>
                  <a:pt x="5026024" y="8146348"/>
                </a:lnTo>
                <a:lnTo>
                  <a:pt x="5026024" y="0"/>
                </a:lnTo>
                <a:close/>
              </a:path>
            </a:pathLst>
          </a:custGeom>
          <a:solidFill>
            <a:schemeClr val="accent2">
              <a:lumMod val="9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25">
            <a:extLst>
              <a:ext uri="{FF2B5EF4-FFF2-40B4-BE49-F238E27FC236}">
                <a16:creationId xmlns:a16="http://schemas.microsoft.com/office/drawing/2014/main" id="{DDA6E0FC-C135-9CB3-414C-849BC6649919}"/>
              </a:ext>
            </a:extLst>
          </p:cNvPr>
          <p:cNvSpPr/>
          <p:nvPr userDrawn="1"/>
        </p:nvSpPr>
        <p:spPr>
          <a:xfrm>
            <a:off x="9901545" y="4927304"/>
            <a:ext cx="1545373" cy="756705"/>
          </a:xfrm>
          <a:custGeom>
            <a:avLst/>
            <a:gdLst/>
            <a:ahLst/>
            <a:cxnLst/>
            <a:rect l="l" t="t" r="r" b="b"/>
            <a:pathLst>
              <a:path w="2548255" h="1247775">
                <a:moveTo>
                  <a:pt x="704316" y="973594"/>
                </a:moveTo>
                <a:lnTo>
                  <a:pt x="701446" y="963612"/>
                </a:lnTo>
                <a:lnTo>
                  <a:pt x="694626" y="955141"/>
                </a:lnTo>
                <a:lnTo>
                  <a:pt x="685139" y="950061"/>
                </a:lnTo>
                <a:lnTo>
                  <a:pt x="674776" y="949020"/>
                </a:lnTo>
                <a:lnTo>
                  <a:pt x="664781" y="951903"/>
                </a:lnTo>
                <a:lnTo>
                  <a:pt x="656361" y="958608"/>
                </a:lnTo>
                <a:lnTo>
                  <a:pt x="568540" y="1063510"/>
                </a:lnTo>
                <a:lnTo>
                  <a:pt x="568540" y="516178"/>
                </a:lnTo>
                <a:lnTo>
                  <a:pt x="566178" y="505701"/>
                </a:lnTo>
                <a:lnTo>
                  <a:pt x="560171" y="497230"/>
                </a:lnTo>
                <a:lnTo>
                  <a:pt x="551408" y="491617"/>
                </a:lnTo>
                <a:lnTo>
                  <a:pt x="540778" y="489712"/>
                </a:lnTo>
                <a:lnTo>
                  <a:pt x="530542" y="491947"/>
                </a:lnTo>
                <a:lnTo>
                  <a:pt x="522160" y="497636"/>
                </a:lnTo>
                <a:lnTo>
                  <a:pt x="516445" y="505980"/>
                </a:lnTo>
                <a:lnTo>
                  <a:pt x="514210" y="516178"/>
                </a:lnTo>
                <a:lnTo>
                  <a:pt x="514210" y="1063548"/>
                </a:lnTo>
                <a:lnTo>
                  <a:pt x="426377" y="958659"/>
                </a:lnTo>
                <a:lnTo>
                  <a:pt x="417957" y="951928"/>
                </a:lnTo>
                <a:lnTo>
                  <a:pt x="407949" y="949045"/>
                </a:lnTo>
                <a:lnTo>
                  <a:pt x="397586" y="950112"/>
                </a:lnTo>
                <a:lnTo>
                  <a:pt x="388099" y="955243"/>
                </a:lnTo>
                <a:lnTo>
                  <a:pt x="381355" y="963625"/>
                </a:lnTo>
                <a:lnTo>
                  <a:pt x="378460" y="973594"/>
                </a:lnTo>
                <a:lnTo>
                  <a:pt x="379526" y="983907"/>
                </a:lnTo>
                <a:lnTo>
                  <a:pt x="384670" y="993355"/>
                </a:lnTo>
                <a:lnTo>
                  <a:pt x="520141" y="1155115"/>
                </a:lnTo>
                <a:lnTo>
                  <a:pt x="523989" y="1159929"/>
                </a:lnTo>
                <a:lnTo>
                  <a:pt x="529374" y="1163281"/>
                </a:lnTo>
                <a:lnTo>
                  <a:pt x="539889" y="1165174"/>
                </a:lnTo>
                <a:lnTo>
                  <a:pt x="547255" y="1164640"/>
                </a:lnTo>
                <a:lnTo>
                  <a:pt x="553313" y="1163294"/>
                </a:lnTo>
                <a:lnTo>
                  <a:pt x="558736" y="1159941"/>
                </a:lnTo>
                <a:lnTo>
                  <a:pt x="562610" y="1155115"/>
                </a:lnTo>
                <a:lnTo>
                  <a:pt x="698068" y="993355"/>
                </a:lnTo>
                <a:lnTo>
                  <a:pt x="703237" y="983907"/>
                </a:lnTo>
                <a:lnTo>
                  <a:pt x="704316" y="973594"/>
                </a:lnTo>
                <a:close/>
              </a:path>
              <a:path w="2548255" h="1247775">
                <a:moveTo>
                  <a:pt x="1082636" y="599262"/>
                </a:moveTo>
                <a:lnTo>
                  <a:pt x="1074534" y="549427"/>
                </a:lnTo>
                <a:lnTo>
                  <a:pt x="1055941" y="503097"/>
                </a:lnTo>
                <a:lnTo>
                  <a:pt x="1027861" y="461937"/>
                </a:lnTo>
                <a:lnTo>
                  <a:pt x="991285" y="427532"/>
                </a:lnTo>
                <a:lnTo>
                  <a:pt x="947191" y="401535"/>
                </a:lnTo>
                <a:lnTo>
                  <a:pt x="950366" y="387223"/>
                </a:lnTo>
                <a:lnTo>
                  <a:pt x="952715" y="372757"/>
                </a:lnTo>
                <a:lnTo>
                  <a:pt x="954252" y="358178"/>
                </a:lnTo>
                <a:lnTo>
                  <a:pt x="954976" y="343535"/>
                </a:lnTo>
                <a:lnTo>
                  <a:pt x="949629" y="297815"/>
                </a:lnTo>
                <a:lnTo>
                  <a:pt x="936675" y="254546"/>
                </a:lnTo>
                <a:lnTo>
                  <a:pt x="916825" y="214503"/>
                </a:lnTo>
                <a:lnTo>
                  <a:pt x="890752" y="178485"/>
                </a:lnTo>
                <a:lnTo>
                  <a:pt x="859142" y="147256"/>
                </a:lnTo>
                <a:lnTo>
                  <a:pt x="822680" y="121615"/>
                </a:lnTo>
                <a:lnTo>
                  <a:pt x="782066" y="102323"/>
                </a:lnTo>
                <a:lnTo>
                  <a:pt x="737984" y="90182"/>
                </a:lnTo>
                <a:lnTo>
                  <a:pt x="687933" y="82664"/>
                </a:lnTo>
                <a:lnTo>
                  <a:pt x="638289" y="83858"/>
                </a:lnTo>
                <a:lnTo>
                  <a:pt x="590054" y="93395"/>
                </a:lnTo>
                <a:lnTo>
                  <a:pt x="544283" y="110845"/>
                </a:lnTo>
                <a:lnTo>
                  <a:pt x="501992" y="135839"/>
                </a:lnTo>
                <a:lnTo>
                  <a:pt x="464223" y="167970"/>
                </a:lnTo>
                <a:lnTo>
                  <a:pt x="432015" y="206857"/>
                </a:lnTo>
                <a:lnTo>
                  <a:pt x="419989" y="204406"/>
                </a:lnTo>
                <a:lnTo>
                  <a:pt x="407847" y="202653"/>
                </a:lnTo>
                <a:lnTo>
                  <a:pt x="395630" y="201587"/>
                </a:lnTo>
                <a:lnTo>
                  <a:pt x="383362" y="201206"/>
                </a:lnTo>
                <a:lnTo>
                  <a:pt x="346100" y="203746"/>
                </a:lnTo>
                <a:lnTo>
                  <a:pt x="278714" y="227850"/>
                </a:lnTo>
                <a:lnTo>
                  <a:pt x="225348" y="275031"/>
                </a:lnTo>
                <a:lnTo>
                  <a:pt x="196469" y="337210"/>
                </a:lnTo>
                <a:lnTo>
                  <a:pt x="191592" y="382028"/>
                </a:lnTo>
                <a:lnTo>
                  <a:pt x="145186" y="396163"/>
                </a:lnTo>
                <a:lnTo>
                  <a:pt x="103479" y="418896"/>
                </a:lnTo>
                <a:lnTo>
                  <a:pt x="67475" y="449186"/>
                </a:lnTo>
                <a:lnTo>
                  <a:pt x="38150" y="485952"/>
                </a:lnTo>
                <a:lnTo>
                  <a:pt x="16471" y="528129"/>
                </a:lnTo>
                <a:lnTo>
                  <a:pt x="3429" y="574675"/>
                </a:lnTo>
                <a:lnTo>
                  <a:pt x="0" y="624522"/>
                </a:lnTo>
                <a:lnTo>
                  <a:pt x="9512" y="669150"/>
                </a:lnTo>
                <a:lnTo>
                  <a:pt x="26555" y="710069"/>
                </a:lnTo>
                <a:lnTo>
                  <a:pt x="50330" y="746594"/>
                </a:lnTo>
                <a:lnTo>
                  <a:pt x="80035" y="778027"/>
                </a:lnTo>
                <a:lnTo>
                  <a:pt x="114846" y="803681"/>
                </a:lnTo>
                <a:lnTo>
                  <a:pt x="154000" y="822858"/>
                </a:lnTo>
                <a:lnTo>
                  <a:pt x="196659" y="834872"/>
                </a:lnTo>
                <a:lnTo>
                  <a:pt x="242049" y="839038"/>
                </a:lnTo>
                <a:lnTo>
                  <a:pt x="248196" y="838962"/>
                </a:lnTo>
                <a:lnTo>
                  <a:pt x="258699" y="836587"/>
                </a:lnTo>
                <a:lnTo>
                  <a:pt x="267169" y="830592"/>
                </a:lnTo>
                <a:lnTo>
                  <a:pt x="272783" y="821867"/>
                </a:lnTo>
                <a:lnTo>
                  <a:pt x="274662" y="811301"/>
                </a:lnTo>
                <a:lnTo>
                  <a:pt x="272161" y="801014"/>
                </a:lnTo>
                <a:lnTo>
                  <a:pt x="265963" y="792848"/>
                </a:lnTo>
                <a:lnTo>
                  <a:pt x="257175" y="787323"/>
                </a:lnTo>
                <a:lnTo>
                  <a:pt x="246926" y="784948"/>
                </a:lnTo>
                <a:lnTo>
                  <a:pt x="198526" y="780389"/>
                </a:lnTo>
                <a:lnTo>
                  <a:pt x="154762" y="764755"/>
                </a:lnTo>
                <a:lnTo>
                  <a:pt x="117030" y="739495"/>
                </a:lnTo>
                <a:lnTo>
                  <a:pt x="86715" y="706056"/>
                </a:lnTo>
                <a:lnTo>
                  <a:pt x="65239" y="665899"/>
                </a:lnTo>
                <a:lnTo>
                  <a:pt x="54000" y="620471"/>
                </a:lnTo>
                <a:lnTo>
                  <a:pt x="58597" y="573405"/>
                </a:lnTo>
                <a:lnTo>
                  <a:pt x="74498" y="530402"/>
                </a:lnTo>
                <a:lnTo>
                  <a:pt x="100241" y="493141"/>
                </a:lnTo>
                <a:lnTo>
                  <a:pt x="134327" y="463257"/>
                </a:lnTo>
                <a:lnTo>
                  <a:pt x="175285" y="442429"/>
                </a:lnTo>
                <a:lnTo>
                  <a:pt x="221653" y="432282"/>
                </a:lnTo>
                <a:lnTo>
                  <a:pt x="231978" y="429285"/>
                </a:lnTo>
                <a:lnTo>
                  <a:pt x="240055" y="422808"/>
                </a:lnTo>
                <a:lnTo>
                  <a:pt x="245097" y="413778"/>
                </a:lnTo>
                <a:lnTo>
                  <a:pt x="246291" y="402729"/>
                </a:lnTo>
                <a:lnTo>
                  <a:pt x="245808" y="395516"/>
                </a:lnTo>
                <a:lnTo>
                  <a:pt x="245668" y="388302"/>
                </a:lnTo>
                <a:lnTo>
                  <a:pt x="249224" y="350177"/>
                </a:lnTo>
                <a:lnTo>
                  <a:pt x="268732" y="307365"/>
                </a:lnTo>
                <a:lnTo>
                  <a:pt x="306349" y="274447"/>
                </a:lnTo>
                <a:lnTo>
                  <a:pt x="355917" y="257149"/>
                </a:lnTo>
                <a:lnTo>
                  <a:pt x="382765" y="255206"/>
                </a:lnTo>
                <a:lnTo>
                  <a:pt x="396011" y="255676"/>
                </a:lnTo>
                <a:lnTo>
                  <a:pt x="409143" y="257302"/>
                </a:lnTo>
                <a:lnTo>
                  <a:pt x="422071" y="260045"/>
                </a:lnTo>
                <a:lnTo>
                  <a:pt x="434746" y="263906"/>
                </a:lnTo>
                <a:lnTo>
                  <a:pt x="444055" y="265493"/>
                </a:lnTo>
                <a:lnTo>
                  <a:pt x="453085" y="263880"/>
                </a:lnTo>
                <a:lnTo>
                  <a:pt x="461048" y="259346"/>
                </a:lnTo>
                <a:lnTo>
                  <a:pt x="467144" y="252171"/>
                </a:lnTo>
                <a:lnTo>
                  <a:pt x="497636" y="211315"/>
                </a:lnTo>
                <a:lnTo>
                  <a:pt x="535165" y="178676"/>
                </a:lnTo>
                <a:lnTo>
                  <a:pt x="578269" y="154889"/>
                </a:lnTo>
                <a:lnTo>
                  <a:pt x="625525" y="140589"/>
                </a:lnTo>
                <a:lnTo>
                  <a:pt x="675513" y="136410"/>
                </a:lnTo>
                <a:lnTo>
                  <a:pt x="726770" y="142989"/>
                </a:lnTo>
                <a:lnTo>
                  <a:pt x="773493" y="157289"/>
                </a:lnTo>
                <a:lnTo>
                  <a:pt x="814819" y="181254"/>
                </a:lnTo>
                <a:lnTo>
                  <a:pt x="849477" y="213372"/>
                </a:lnTo>
                <a:lnTo>
                  <a:pt x="876198" y="252145"/>
                </a:lnTo>
                <a:lnTo>
                  <a:pt x="893737" y="296062"/>
                </a:lnTo>
                <a:lnTo>
                  <a:pt x="900811" y="343611"/>
                </a:lnTo>
                <a:lnTo>
                  <a:pt x="899731" y="360172"/>
                </a:lnTo>
                <a:lnTo>
                  <a:pt x="897280" y="376555"/>
                </a:lnTo>
                <a:lnTo>
                  <a:pt x="893483" y="392671"/>
                </a:lnTo>
                <a:lnTo>
                  <a:pt x="888365" y="408457"/>
                </a:lnTo>
                <a:lnTo>
                  <a:pt x="886739" y="419087"/>
                </a:lnTo>
                <a:lnTo>
                  <a:pt x="889254" y="429158"/>
                </a:lnTo>
                <a:lnTo>
                  <a:pt x="895375" y="437553"/>
                </a:lnTo>
                <a:lnTo>
                  <a:pt x="905725" y="443534"/>
                </a:lnTo>
                <a:lnTo>
                  <a:pt x="952030" y="465912"/>
                </a:lnTo>
                <a:lnTo>
                  <a:pt x="988910" y="499541"/>
                </a:lnTo>
                <a:lnTo>
                  <a:pt x="1014679" y="541604"/>
                </a:lnTo>
                <a:lnTo>
                  <a:pt x="1027696" y="589241"/>
                </a:lnTo>
                <a:lnTo>
                  <a:pt x="1026274" y="639622"/>
                </a:lnTo>
                <a:lnTo>
                  <a:pt x="1010539" y="680986"/>
                </a:lnTo>
                <a:lnTo>
                  <a:pt x="986243" y="716953"/>
                </a:lnTo>
                <a:lnTo>
                  <a:pt x="954849" y="746442"/>
                </a:lnTo>
                <a:lnTo>
                  <a:pt x="917765" y="768337"/>
                </a:lnTo>
                <a:lnTo>
                  <a:pt x="876452" y="781545"/>
                </a:lnTo>
                <a:lnTo>
                  <a:pt x="832345" y="784987"/>
                </a:lnTo>
                <a:lnTo>
                  <a:pt x="821702" y="786599"/>
                </a:lnTo>
                <a:lnTo>
                  <a:pt x="812825" y="791959"/>
                </a:lnTo>
                <a:lnTo>
                  <a:pt x="806602" y="800252"/>
                </a:lnTo>
                <a:lnTo>
                  <a:pt x="803960" y="810641"/>
                </a:lnTo>
                <a:lnTo>
                  <a:pt x="805573" y="821232"/>
                </a:lnTo>
                <a:lnTo>
                  <a:pt x="810958" y="830084"/>
                </a:lnTo>
                <a:lnTo>
                  <a:pt x="819289" y="836282"/>
                </a:lnTo>
                <a:lnTo>
                  <a:pt x="830440" y="838936"/>
                </a:lnTo>
                <a:lnTo>
                  <a:pt x="838962" y="839089"/>
                </a:lnTo>
                <a:lnTo>
                  <a:pt x="886180" y="834491"/>
                </a:lnTo>
                <a:lnTo>
                  <a:pt x="930859" y="821194"/>
                </a:lnTo>
                <a:lnTo>
                  <a:pt x="971931" y="799973"/>
                </a:lnTo>
                <a:lnTo>
                  <a:pt x="1008367" y="771575"/>
                </a:lnTo>
                <a:lnTo>
                  <a:pt x="1039101" y="736765"/>
                </a:lnTo>
                <a:lnTo>
                  <a:pt x="1063091" y="696315"/>
                </a:lnTo>
                <a:lnTo>
                  <a:pt x="1079271" y="650989"/>
                </a:lnTo>
                <a:lnTo>
                  <a:pt x="1082636" y="599262"/>
                </a:lnTo>
                <a:close/>
              </a:path>
              <a:path w="2548255" h="1247775">
                <a:moveTo>
                  <a:pt x="1890572" y="611797"/>
                </a:moveTo>
                <a:lnTo>
                  <a:pt x="1884426" y="569633"/>
                </a:lnTo>
                <a:lnTo>
                  <a:pt x="1869998" y="528828"/>
                </a:lnTo>
                <a:lnTo>
                  <a:pt x="1847100" y="490626"/>
                </a:lnTo>
                <a:lnTo>
                  <a:pt x="1815465" y="456476"/>
                </a:lnTo>
                <a:lnTo>
                  <a:pt x="1803425" y="446659"/>
                </a:lnTo>
                <a:lnTo>
                  <a:pt x="1802231" y="445617"/>
                </a:lnTo>
                <a:lnTo>
                  <a:pt x="1800974" y="444665"/>
                </a:lnTo>
                <a:lnTo>
                  <a:pt x="1799666" y="443788"/>
                </a:lnTo>
                <a:lnTo>
                  <a:pt x="1786191" y="438353"/>
                </a:lnTo>
                <a:lnTo>
                  <a:pt x="1772183" y="438543"/>
                </a:lnTo>
                <a:lnTo>
                  <a:pt x="1759254" y="443992"/>
                </a:lnTo>
                <a:lnTo>
                  <a:pt x="1749044" y="454380"/>
                </a:lnTo>
                <a:lnTo>
                  <a:pt x="1743633" y="467944"/>
                </a:lnTo>
                <a:lnTo>
                  <a:pt x="1743811" y="482053"/>
                </a:lnTo>
                <a:lnTo>
                  <a:pt x="1749234" y="495058"/>
                </a:lnTo>
                <a:lnTo>
                  <a:pt x="1759559" y="505333"/>
                </a:lnTo>
                <a:lnTo>
                  <a:pt x="1767624" y="511886"/>
                </a:lnTo>
                <a:lnTo>
                  <a:pt x="1775206" y="518985"/>
                </a:lnTo>
                <a:lnTo>
                  <a:pt x="1782267" y="526605"/>
                </a:lnTo>
                <a:lnTo>
                  <a:pt x="1788769" y="534708"/>
                </a:lnTo>
                <a:lnTo>
                  <a:pt x="1810512" y="576351"/>
                </a:lnTo>
                <a:lnTo>
                  <a:pt x="1817979" y="621131"/>
                </a:lnTo>
                <a:lnTo>
                  <a:pt x="1811667" y="665657"/>
                </a:lnTo>
                <a:lnTo>
                  <a:pt x="1792058" y="706539"/>
                </a:lnTo>
                <a:lnTo>
                  <a:pt x="1759635" y="740410"/>
                </a:lnTo>
                <a:lnTo>
                  <a:pt x="1753527" y="746277"/>
                </a:lnTo>
                <a:lnTo>
                  <a:pt x="1748980" y="753313"/>
                </a:lnTo>
                <a:lnTo>
                  <a:pt x="1746123" y="761199"/>
                </a:lnTo>
                <a:lnTo>
                  <a:pt x="1745132" y="769632"/>
                </a:lnTo>
                <a:lnTo>
                  <a:pt x="1747951" y="783971"/>
                </a:lnTo>
                <a:lnTo>
                  <a:pt x="1755749" y="795693"/>
                </a:lnTo>
                <a:lnTo>
                  <a:pt x="1767344" y="803605"/>
                </a:lnTo>
                <a:lnTo>
                  <a:pt x="1781568" y="806551"/>
                </a:lnTo>
                <a:lnTo>
                  <a:pt x="1789417" y="806538"/>
                </a:lnTo>
                <a:lnTo>
                  <a:pt x="1835924" y="769035"/>
                </a:lnTo>
                <a:lnTo>
                  <a:pt x="1861121" y="733945"/>
                </a:lnTo>
                <a:lnTo>
                  <a:pt x="1878736" y="695210"/>
                </a:lnTo>
                <a:lnTo>
                  <a:pt x="1888617" y="654075"/>
                </a:lnTo>
                <a:lnTo>
                  <a:pt x="1890572" y="611797"/>
                </a:lnTo>
                <a:close/>
              </a:path>
              <a:path w="2548255" h="1247775">
                <a:moveTo>
                  <a:pt x="2109927" y="621969"/>
                </a:moveTo>
                <a:lnTo>
                  <a:pt x="2105901" y="572554"/>
                </a:lnTo>
                <a:lnTo>
                  <a:pt x="2097405" y="524319"/>
                </a:lnTo>
                <a:lnTo>
                  <a:pt x="2084590" y="477202"/>
                </a:lnTo>
                <a:lnTo>
                  <a:pt x="2067572" y="431520"/>
                </a:lnTo>
                <a:lnTo>
                  <a:pt x="2046439" y="387553"/>
                </a:lnTo>
                <a:lnTo>
                  <a:pt x="2021306" y="345592"/>
                </a:lnTo>
                <a:lnTo>
                  <a:pt x="1992299" y="305930"/>
                </a:lnTo>
                <a:lnTo>
                  <a:pt x="1966734" y="292036"/>
                </a:lnTo>
                <a:lnTo>
                  <a:pt x="1952828" y="293535"/>
                </a:lnTo>
                <a:lnTo>
                  <a:pt x="1940115" y="300532"/>
                </a:lnTo>
                <a:lnTo>
                  <a:pt x="1931098" y="311950"/>
                </a:lnTo>
                <a:lnTo>
                  <a:pt x="1927263" y="325488"/>
                </a:lnTo>
                <a:lnTo>
                  <a:pt x="1928761" y="339483"/>
                </a:lnTo>
                <a:lnTo>
                  <a:pt x="1935708" y="352285"/>
                </a:lnTo>
                <a:lnTo>
                  <a:pt x="1964474" y="392125"/>
                </a:lnTo>
                <a:lnTo>
                  <a:pt x="1988731" y="434759"/>
                </a:lnTo>
                <a:lnTo>
                  <a:pt x="2008289" y="479590"/>
                </a:lnTo>
                <a:lnTo>
                  <a:pt x="2022970" y="526072"/>
                </a:lnTo>
                <a:lnTo>
                  <a:pt x="2032596" y="573608"/>
                </a:lnTo>
                <a:lnTo>
                  <a:pt x="2036914" y="620890"/>
                </a:lnTo>
                <a:lnTo>
                  <a:pt x="2036953" y="621969"/>
                </a:lnTo>
                <a:lnTo>
                  <a:pt x="2032546" y="670877"/>
                </a:lnTo>
                <a:lnTo>
                  <a:pt x="2022932" y="719086"/>
                </a:lnTo>
                <a:lnTo>
                  <a:pt x="2008289" y="765860"/>
                </a:lnTo>
                <a:lnTo>
                  <a:pt x="1988769" y="810806"/>
                </a:lnTo>
                <a:lnTo>
                  <a:pt x="1964524" y="853503"/>
                </a:lnTo>
                <a:lnTo>
                  <a:pt x="1935708" y="893559"/>
                </a:lnTo>
                <a:lnTo>
                  <a:pt x="1930488" y="900061"/>
                </a:lnTo>
                <a:lnTo>
                  <a:pt x="1927631" y="908151"/>
                </a:lnTo>
                <a:lnTo>
                  <a:pt x="1949780" y="950506"/>
                </a:lnTo>
                <a:lnTo>
                  <a:pt x="1964004" y="953452"/>
                </a:lnTo>
                <a:lnTo>
                  <a:pt x="1972081" y="952550"/>
                </a:lnTo>
                <a:lnTo>
                  <a:pt x="2021243" y="900442"/>
                </a:lnTo>
                <a:lnTo>
                  <a:pt x="2046376" y="858431"/>
                </a:lnTo>
                <a:lnTo>
                  <a:pt x="2067534" y="814222"/>
                </a:lnTo>
                <a:lnTo>
                  <a:pt x="2084616" y="768121"/>
                </a:lnTo>
                <a:lnTo>
                  <a:pt x="2097468" y="720445"/>
                </a:lnTo>
                <a:lnTo>
                  <a:pt x="2105952" y="671512"/>
                </a:lnTo>
                <a:lnTo>
                  <a:pt x="2109927" y="621969"/>
                </a:lnTo>
                <a:close/>
              </a:path>
              <a:path w="2548255" h="1247775">
                <a:moveTo>
                  <a:pt x="2328888" y="621969"/>
                </a:moveTo>
                <a:lnTo>
                  <a:pt x="2325687" y="570090"/>
                </a:lnTo>
                <a:lnTo>
                  <a:pt x="2318702" y="518871"/>
                </a:lnTo>
                <a:lnTo>
                  <a:pt x="2308021" y="468528"/>
                </a:lnTo>
                <a:lnTo>
                  <a:pt x="2293709" y="419239"/>
                </a:lnTo>
                <a:lnTo>
                  <a:pt x="2275852" y="371221"/>
                </a:lnTo>
                <a:lnTo>
                  <a:pt x="2254529" y="324637"/>
                </a:lnTo>
                <a:lnTo>
                  <a:pt x="2229840" y="279704"/>
                </a:lnTo>
                <a:lnTo>
                  <a:pt x="2201837" y="236626"/>
                </a:lnTo>
                <a:lnTo>
                  <a:pt x="2170620" y="195580"/>
                </a:lnTo>
                <a:lnTo>
                  <a:pt x="2136267" y="156768"/>
                </a:lnTo>
                <a:lnTo>
                  <a:pt x="2135238" y="155562"/>
                </a:lnTo>
                <a:lnTo>
                  <a:pt x="2134336" y="154609"/>
                </a:lnTo>
                <a:lnTo>
                  <a:pt x="2133269" y="153631"/>
                </a:lnTo>
                <a:lnTo>
                  <a:pt x="2120887" y="145999"/>
                </a:lnTo>
                <a:lnTo>
                  <a:pt x="2107044" y="143827"/>
                </a:lnTo>
                <a:lnTo>
                  <a:pt x="2093404" y="147027"/>
                </a:lnTo>
                <a:lnTo>
                  <a:pt x="2081618" y="155562"/>
                </a:lnTo>
                <a:lnTo>
                  <a:pt x="2074049" y="168021"/>
                </a:lnTo>
                <a:lnTo>
                  <a:pt x="2071878" y="181952"/>
                </a:lnTo>
                <a:lnTo>
                  <a:pt x="2075065" y="195694"/>
                </a:lnTo>
                <a:lnTo>
                  <a:pt x="2083536" y="207556"/>
                </a:lnTo>
                <a:lnTo>
                  <a:pt x="2117420" y="246087"/>
                </a:lnTo>
                <a:lnTo>
                  <a:pt x="2147862" y="287058"/>
                </a:lnTo>
                <a:lnTo>
                  <a:pt x="2174735" y="330212"/>
                </a:lnTo>
                <a:lnTo>
                  <a:pt x="2197976" y="375335"/>
                </a:lnTo>
                <a:lnTo>
                  <a:pt x="2217458" y="422173"/>
                </a:lnTo>
                <a:lnTo>
                  <a:pt x="2233091" y="470496"/>
                </a:lnTo>
                <a:lnTo>
                  <a:pt x="2244775" y="520065"/>
                </a:lnTo>
                <a:lnTo>
                  <a:pt x="2252421" y="570623"/>
                </a:lnTo>
                <a:lnTo>
                  <a:pt x="2255913" y="621969"/>
                </a:lnTo>
                <a:lnTo>
                  <a:pt x="2252535" y="673519"/>
                </a:lnTo>
                <a:lnTo>
                  <a:pt x="2244991" y="724293"/>
                </a:lnTo>
                <a:lnTo>
                  <a:pt x="2233358" y="774077"/>
                </a:lnTo>
                <a:lnTo>
                  <a:pt x="2217763" y="822617"/>
                </a:lnTo>
                <a:lnTo>
                  <a:pt x="2198293" y="869670"/>
                </a:lnTo>
                <a:lnTo>
                  <a:pt x="2175040" y="915009"/>
                </a:lnTo>
                <a:lnTo>
                  <a:pt x="2148116" y="958367"/>
                </a:lnTo>
                <a:lnTo>
                  <a:pt x="2117623" y="999528"/>
                </a:lnTo>
                <a:lnTo>
                  <a:pt x="2083638" y="1038250"/>
                </a:lnTo>
                <a:lnTo>
                  <a:pt x="2079383" y="1043724"/>
                </a:lnTo>
                <a:lnTo>
                  <a:pt x="2076246" y="1049858"/>
                </a:lnTo>
                <a:lnTo>
                  <a:pt x="2074291" y="1056462"/>
                </a:lnTo>
                <a:lnTo>
                  <a:pt x="2073605" y="1063383"/>
                </a:lnTo>
                <a:lnTo>
                  <a:pt x="2076399" y="1077722"/>
                </a:lnTo>
                <a:lnTo>
                  <a:pt x="2084171" y="1089456"/>
                </a:lnTo>
                <a:lnTo>
                  <a:pt x="2095741" y="1097407"/>
                </a:lnTo>
                <a:lnTo>
                  <a:pt x="2109952" y="1100366"/>
                </a:lnTo>
                <a:lnTo>
                  <a:pt x="2117306" y="1099616"/>
                </a:lnTo>
                <a:lnTo>
                  <a:pt x="2170696" y="1050137"/>
                </a:lnTo>
                <a:lnTo>
                  <a:pt x="2201913" y="1009053"/>
                </a:lnTo>
                <a:lnTo>
                  <a:pt x="2229891" y="965949"/>
                </a:lnTo>
                <a:lnTo>
                  <a:pt x="2254567" y="920991"/>
                </a:lnTo>
                <a:lnTo>
                  <a:pt x="2275865" y="874356"/>
                </a:lnTo>
                <a:lnTo>
                  <a:pt x="2293696" y="826211"/>
                </a:lnTo>
                <a:lnTo>
                  <a:pt x="2307983" y="776732"/>
                </a:lnTo>
                <a:lnTo>
                  <a:pt x="2318664" y="726084"/>
                </a:lnTo>
                <a:lnTo>
                  <a:pt x="2325662" y="674433"/>
                </a:lnTo>
                <a:lnTo>
                  <a:pt x="2328888" y="621969"/>
                </a:lnTo>
                <a:close/>
              </a:path>
              <a:path w="2548255" h="1247775">
                <a:moveTo>
                  <a:pt x="2547759" y="620890"/>
                </a:moveTo>
                <a:lnTo>
                  <a:pt x="2543810" y="571969"/>
                </a:lnTo>
                <a:lnTo>
                  <a:pt x="2537396" y="523506"/>
                </a:lnTo>
                <a:lnTo>
                  <a:pt x="2528544" y="475602"/>
                </a:lnTo>
                <a:lnTo>
                  <a:pt x="2517330" y="428332"/>
                </a:lnTo>
                <a:lnTo>
                  <a:pt x="2503754" y="381774"/>
                </a:lnTo>
                <a:lnTo>
                  <a:pt x="2487866" y="336029"/>
                </a:lnTo>
                <a:lnTo>
                  <a:pt x="2469705" y="291185"/>
                </a:lnTo>
                <a:lnTo>
                  <a:pt x="2449322" y="247332"/>
                </a:lnTo>
                <a:lnTo>
                  <a:pt x="2426728" y="204546"/>
                </a:lnTo>
                <a:lnTo>
                  <a:pt x="2401976" y="162915"/>
                </a:lnTo>
                <a:lnTo>
                  <a:pt x="2375116" y="122529"/>
                </a:lnTo>
                <a:lnTo>
                  <a:pt x="2346160" y="83464"/>
                </a:lnTo>
                <a:lnTo>
                  <a:pt x="2315159" y="45834"/>
                </a:lnTo>
                <a:lnTo>
                  <a:pt x="2282152" y="9702"/>
                </a:lnTo>
                <a:lnTo>
                  <a:pt x="2258009" y="0"/>
                </a:lnTo>
                <a:lnTo>
                  <a:pt x="2245169" y="2108"/>
                </a:lnTo>
                <a:lnTo>
                  <a:pt x="2233561" y="8890"/>
                </a:lnTo>
                <a:lnTo>
                  <a:pt x="2224646" y="20421"/>
                </a:lnTo>
                <a:lnTo>
                  <a:pt x="2220950" y="34023"/>
                </a:lnTo>
                <a:lnTo>
                  <a:pt x="2222589" y="48031"/>
                </a:lnTo>
                <a:lnTo>
                  <a:pt x="2229688" y="60782"/>
                </a:lnTo>
                <a:lnTo>
                  <a:pt x="2262428" y="96748"/>
                </a:lnTo>
                <a:lnTo>
                  <a:pt x="2293010" y="134302"/>
                </a:lnTo>
                <a:lnTo>
                  <a:pt x="2321395" y="173355"/>
                </a:lnTo>
                <a:lnTo>
                  <a:pt x="2347544" y="213779"/>
                </a:lnTo>
                <a:lnTo>
                  <a:pt x="2371420" y="255460"/>
                </a:lnTo>
                <a:lnTo>
                  <a:pt x="2392959" y="298284"/>
                </a:lnTo>
                <a:lnTo>
                  <a:pt x="2412123" y="342150"/>
                </a:lnTo>
                <a:lnTo>
                  <a:pt x="2428887" y="386943"/>
                </a:lnTo>
                <a:lnTo>
                  <a:pt x="2443188" y="432562"/>
                </a:lnTo>
                <a:lnTo>
                  <a:pt x="2454986" y="478866"/>
                </a:lnTo>
                <a:lnTo>
                  <a:pt x="2464231" y="525767"/>
                </a:lnTo>
                <a:lnTo>
                  <a:pt x="2470810" y="572554"/>
                </a:lnTo>
                <a:lnTo>
                  <a:pt x="2474925" y="620890"/>
                </a:lnTo>
                <a:lnTo>
                  <a:pt x="2470899" y="669505"/>
                </a:lnTo>
                <a:lnTo>
                  <a:pt x="2464231" y="717613"/>
                </a:lnTo>
                <a:lnTo>
                  <a:pt x="2454986" y="765111"/>
                </a:lnTo>
                <a:lnTo>
                  <a:pt x="2443200" y="811923"/>
                </a:lnTo>
                <a:lnTo>
                  <a:pt x="2428900" y="857923"/>
                </a:lnTo>
                <a:lnTo>
                  <a:pt x="2412149" y="903020"/>
                </a:lnTo>
                <a:lnTo>
                  <a:pt x="2392984" y="947115"/>
                </a:lnTo>
                <a:lnTo>
                  <a:pt x="2371445" y="990104"/>
                </a:lnTo>
                <a:lnTo>
                  <a:pt x="2347595" y="1031900"/>
                </a:lnTo>
                <a:lnTo>
                  <a:pt x="2321445" y="1072388"/>
                </a:lnTo>
                <a:lnTo>
                  <a:pt x="2293061" y="1111465"/>
                </a:lnTo>
                <a:lnTo>
                  <a:pt x="2262479" y="1149045"/>
                </a:lnTo>
                <a:lnTo>
                  <a:pt x="2229751" y="1185024"/>
                </a:lnTo>
                <a:lnTo>
                  <a:pt x="2225446" y="1190510"/>
                </a:lnTo>
                <a:lnTo>
                  <a:pt x="2222258" y="1196670"/>
                </a:lnTo>
                <a:lnTo>
                  <a:pt x="2220290" y="1203312"/>
                </a:lnTo>
                <a:lnTo>
                  <a:pt x="2219579" y="1210271"/>
                </a:lnTo>
                <a:lnTo>
                  <a:pt x="2222373" y="1224610"/>
                </a:lnTo>
                <a:lnTo>
                  <a:pt x="2230132" y="1236357"/>
                </a:lnTo>
                <a:lnTo>
                  <a:pt x="2241702" y="1244320"/>
                </a:lnTo>
                <a:lnTo>
                  <a:pt x="2255913" y="1247292"/>
                </a:lnTo>
                <a:lnTo>
                  <a:pt x="2263216" y="1246555"/>
                </a:lnTo>
                <a:lnTo>
                  <a:pt x="2315146" y="1199997"/>
                </a:lnTo>
                <a:lnTo>
                  <a:pt x="2346147" y="1162367"/>
                </a:lnTo>
                <a:lnTo>
                  <a:pt x="2375090" y="1123289"/>
                </a:lnTo>
                <a:lnTo>
                  <a:pt x="2401963" y="1082852"/>
                </a:lnTo>
                <a:lnTo>
                  <a:pt x="2426703" y="1041146"/>
                </a:lnTo>
                <a:lnTo>
                  <a:pt x="2449296" y="998220"/>
                </a:lnTo>
                <a:lnTo>
                  <a:pt x="2469692" y="954163"/>
                </a:lnTo>
                <a:lnTo>
                  <a:pt x="2487841" y="909066"/>
                </a:lnTo>
                <a:lnTo>
                  <a:pt x="2503728" y="863003"/>
                </a:lnTo>
                <a:lnTo>
                  <a:pt x="2517305" y="816038"/>
                </a:lnTo>
                <a:lnTo>
                  <a:pt x="2528570" y="768121"/>
                </a:lnTo>
                <a:lnTo>
                  <a:pt x="2537383" y="719772"/>
                </a:lnTo>
                <a:lnTo>
                  <a:pt x="2543797" y="670623"/>
                </a:lnTo>
                <a:lnTo>
                  <a:pt x="2547759" y="6208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19D732E8-EC00-6414-C70B-B8960BA6B73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435720" y="2117151"/>
            <a:ext cx="2272560" cy="179977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0BB6F7B4-6982-DE47-7D4B-EEFD3583691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435720" y="4129329"/>
            <a:ext cx="2272560" cy="8539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0F016A90-6782-B3AF-9B1E-8361789233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83720" y="2117151"/>
            <a:ext cx="2272560" cy="179977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63D67B86-1B35-B6F7-9A0F-771FE1AC33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83720" y="4129329"/>
            <a:ext cx="2272560" cy="8539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BD13C194-44EB-7E01-AFEE-8D7F30BFF12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7720" y="2117151"/>
            <a:ext cx="2272560" cy="179977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7DDD7996-4B15-9C01-25E5-E37C30923B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7720" y="4129329"/>
            <a:ext cx="2272560" cy="8539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ACF9A105-4F50-BB60-692B-831508CFD1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98123" y="647311"/>
            <a:ext cx="8648063" cy="58526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2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9062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. Foto + 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05911002-6338-6F9B-B0CA-BA6BE1F25F9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96566" y="604838"/>
            <a:ext cx="4461609" cy="52816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05722AC1-8A23-6494-99CB-E6C6394DBD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4019" y="604191"/>
            <a:ext cx="2696411" cy="279076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GB" sz="44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13B852A9-E2D3-653A-8941-4844BE0CD4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609519" y="4101966"/>
            <a:ext cx="2976700" cy="17848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BB97BCE7-B63D-1A81-AA95-B53040B52C0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609519" y="3684590"/>
            <a:ext cx="2976700" cy="3682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GB" sz="1304" b="1" dirty="0">
                <a:solidFill>
                  <a:schemeClr val="accent1"/>
                </a:solidFill>
                <a:latin typeface="Santander Micro Text"/>
                <a:cs typeface="Santander Micro Text"/>
              </a:defRPr>
            </a:lvl1pPr>
          </a:lstStyle>
          <a:p>
            <a:pPr marL="7702" lvl="0">
              <a:spcBef>
                <a:spcPts val="55"/>
              </a:spcBef>
            </a:pPr>
            <a:r>
              <a:rPr lang="pt-BR"/>
              <a:t>Clique para editar os estilos de texto Mestres</a:t>
            </a:r>
          </a:p>
        </p:txBody>
      </p:sp>
      <p:sp>
        <p:nvSpPr>
          <p:cNvPr id="24" name="Marcador de posición de imagen 23">
            <a:extLst>
              <a:ext uri="{FF2B5EF4-FFF2-40B4-BE49-F238E27FC236}">
                <a16:creationId xmlns:a16="http://schemas.microsoft.com/office/drawing/2014/main" id="{A857DED4-8A91-10B8-362E-817464E9E91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609521" y="604839"/>
            <a:ext cx="2976055" cy="2821621"/>
          </a:xfrm>
          <a:custGeom>
            <a:avLst/>
            <a:gdLst>
              <a:gd name="connsiteX0" fmla="*/ 0 w 2976055"/>
              <a:gd name="connsiteY0" fmla="*/ 0 h 2821621"/>
              <a:gd name="connsiteX1" fmla="*/ 2976055 w 2976055"/>
              <a:gd name="connsiteY1" fmla="*/ 0 h 2821621"/>
              <a:gd name="connsiteX2" fmla="*/ 2976055 w 2976055"/>
              <a:gd name="connsiteY2" fmla="*/ 2224059 h 2821621"/>
              <a:gd name="connsiteX3" fmla="*/ 2378493 w 2976055"/>
              <a:gd name="connsiteY3" fmla="*/ 2821621 h 2821621"/>
              <a:gd name="connsiteX4" fmla="*/ 0 w 2976055"/>
              <a:gd name="connsiteY4" fmla="*/ 2821621 h 2821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6055" h="2821621">
                <a:moveTo>
                  <a:pt x="0" y="0"/>
                </a:moveTo>
                <a:lnTo>
                  <a:pt x="2976055" y="0"/>
                </a:lnTo>
                <a:lnTo>
                  <a:pt x="2976055" y="2224059"/>
                </a:lnTo>
                <a:lnTo>
                  <a:pt x="2378493" y="2821621"/>
                </a:lnTo>
                <a:lnTo>
                  <a:pt x="0" y="282162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GB"/>
          </a:p>
        </p:txBody>
      </p:sp>
      <p:sp>
        <p:nvSpPr>
          <p:cNvPr id="2" name="object 43">
            <a:extLst>
              <a:ext uri="{FF2B5EF4-FFF2-40B4-BE49-F238E27FC236}">
                <a16:creationId xmlns:a16="http://schemas.microsoft.com/office/drawing/2014/main" id="{269E63E8-AB2C-2739-02D3-BD65599483E4}"/>
              </a:ext>
            </a:extLst>
          </p:cNvPr>
          <p:cNvSpPr/>
          <p:nvPr userDrawn="1"/>
        </p:nvSpPr>
        <p:spPr>
          <a:xfrm>
            <a:off x="4516759" y="4767973"/>
            <a:ext cx="1117921" cy="1105213"/>
          </a:xfrm>
          <a:custGeom>
            <a:avLst/>
            <a:gdLst/>
            <a:ahLst/>
            <a:cxnLst/>
            <a:rect l="l" t="t" r="r" b="b"/>
            <a:pathLst>
              <a:path w="1843404" h="1822450">
                <a:moveTo>
                  <a:pt x="1842875" y="0"/>
                </a:moveTo>
                <a:lnTo>
                  <a:pt x="0" y="1821934"/>
                </a:lnTo>
                <a:lnTo>
                  <a:pt x="1842875" y="1821934"/>
                </a:lnTo>
                <a:lnTo>
                  <a:pt x="18428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A5A39D03-B6FD-546D-A309-4C536BBF3F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4019" y="3704804"/>
            <a:ext cx="2696411" cy="8539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236078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terior. 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C7F4BA-5FED-7978-34AB-EDCA69AFAE74}"/>
              </a:ext>
            </a:extLst>
          </p:cNvPr>
          <p:cNvSpPr/>
          <p:nvPr userDrawn="1"/>
        </p:nvSpPr>
        <p:spPr>
          <a:xfrm>
            <a:off x="4859383" y="6531429"/>
            <a:ext cx="2438400" cy="32657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73D4C5C-900B-0713-9AAC-27FBC813F3EA}"/>
              </a:ext>
            </a:extLst>
          </p:cNvPr>
          <p:cNvSpPr txBox="1"/>
          <p:nvPr userDrawn="1"/>
        </p:nvSpPr>
        <p:spPr>
          <a:xfrm>
            <a:off x="2661202" y="3259242"/>
            <a:ext cx="6356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6516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nterior. 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C7F4BA-5FED-7978-34AB-EDCA69AFAE74}"/>
              </a:ext>
            </a:extLst>
          </p:cNvPr>
          <p:cNvSpPr/>
          <p:nvPr userDrawn="1"/>
        </p:nvSpPr>
        <p:spPr>
          <a:xfrm>
            <a:off x="4859383" y="6531429"/>
            <a:ext cx="2438400" cy="32657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73D4C5C-900B-0713-9AAC-27FBC813F3EA}"/>
              </a:ext>
            </a:extLst>
          </p:cNvPr>
          <p:cNvSpPr txBox="1"/>
          <p:nvPr userDrawn="1"/>
        </p:nvSpPr>
        <p:spPr>
          <a:xfrm>
            <a:off x="2661202" y="3259242"/>
            <a:ext cx="6356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9642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nterior. 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BAD2EF40-CE6E-FCB8-4B2D-051F56CDD85C}"/>
              </a:ext>
            </a:extLst>
          </p:cNvPr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24" b="16282"/>
          <a:stretch>
            <a:fillRect/>
          </a:stretch>
        </p:blipFill>
        <p:spPr>
          <a:xfrm>
            <a:off x="6160750" y="457200"/>
            <a:ext cx="5637658" cy="6023180"/>
          </a:xfrm>
          <a:prstGeom prst="rect">
            <a:avLst/>
          </a:prstGeom>
        </p:spPr>
      </p:pic>
      <p:sp>
        <p:nvSpPr>
          <p:cNvPr id="21" name="object 4">
            <a:extLst>
              <a:ext uri="{FF2B5EF4-FFF2-40B4-BE49-F238E27FC236}">
                <a16:creationId xmlns:a16="http://schemas.microsoft.com/office/drawing/2014/main" id="{0696B6F0-B1FD-2E88-0884-1A9669AA8CA9}"/>
              </a:ext>
            </a:extLst>
          </p:cNvPr>
          <p:cNvSpPr/>
          <p:nvPr/>
        </p:nvSpPr>
        <p:spPr>
          <a:xfrm>
            <a:off x="9756856" y="4607946"/>
            <a:ext cx="2205221" cy="2029014"/>
          </a:xfrm>
          <a:custGeom>
            <a:avLst/>
            <a:gdLst/>
            <a:ahLst/>
            <a:cxnLst/>
            <a:rect l="l" t="t" r="r" b="b"/>
            <a:pathLst>
              <a:path w="3719194" h="3422015">
                <a:moveTo>
                  <a:pt x="3719143" y="0"/>
                </a:moveTo>
                <a:lnTo>
                  <a:pt x="0" y="3421613"/>
                </a:lnTo>
                <a:lnTo>
                  <a:pt x="3719143" y="3421613"/>
                </a:lnTo>
                <a:lnTo>
                  <a:pt x="37191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96CF14EB-17B7-C86B-3E02-66969EB2EB0A}"/>
              </a:ext>
            </a:extLst>
          </p:cNvPr>
          <p:cNvGrpSpPr/>
          <p:nvPr/>
        </p:nvGrpSpPr>
        <p:grpSpPr>
          <a:xfrm>
            <a:off x="11064240" y="5745904"/>
            <a:ext cx="734168" cy="734168"/>
            <a:chOff x="18377262" y="9517176"/>
            <a:chExt cx="1183203" cy="1183202"/>
          </a:xfrm>
          <a:solidFill>
            <a:srgbClr val="323232"/>
          </a:solidFill>
        </p:grpSpPr>
        <p:sp>
          <p:nvSpPr>
            <p:cNvPr id="26" name="object 5">
              <a:extLst>
                <a:ext uri="{FF2B5EF4-FFF2-40B4-BE49-F238E27FC236}">
                  <a16:creationId xmlns:a16="http://schemas.microsoft.com/office/drawing/2014/main" id="{36B7A8A5-415C-699D-E72C-94991DCCD44D}"/>
                </a:ext>
              </a:extLst>
            </p:cNvPr>
            <p:cNvSpPr/>
            <p:nvPr/>
          </p:nvSpPr>
          <p:spPr>
            <a:xfrm>
              <a:off x="19323611" y="10463524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6">
              <a:extLst>
                <a:ext uri="{FF2B5EF4-FFF2-40B4-BE49-F238E27FC236}">
                  <a16:creationId xmlns:a16="http://schemas.microsoft.com/office/drawing/2014/main" id="{D689D030-65DA-843F-8F0F-64291C6BCD83}"/>
                </a:ext>
              </a:extLst>
            </p:cNvPr>
            <p:cNvSpPr/>
            <p:nvPr/>
          </p:nvSpPr>
          <p:spPr>
            <a:xfrm>
              <a:off x="19323611" y="9990355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7">
              <a:extLst>
                <a:ext uri="{FF2B5EF4-FFF2-40B4-BE49-F238E27FC236}">
                  <a16:creationId xmlns:a16="http://schemas.microsoft.com/office/drawing/2014/main" id="{2A4D9B82-8F2A-7D7A-7E41-7B3B1425CFDA}"/>
                </a:ext>
              </a:extLst>
            </p:cNvPr>
            <p:cNvSpPr/>
            <p:nvPr/>
          </p:nvSpPr>
          <p:spPr>
            <a:xfrm>
              <a:off x="18850430" y="9517176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8">
              <a:extLst>
                <a:ext uri="{FF2B5EF4-FFF2-40B4-BE49-F238E27FC236}">
                  <a16:creationId xmlns:a16="http://schemas.microsoft.com/office/drawing/2014/main" id="{3BC5AE30-E1F0-5EFE-6594-23CE80BD4754}"/>
                </a:ext>
              </a:extLst>
            </p:cNvPr>
            <p:cNvSpPr/>
            <p:nvPr/>
          </p:nvSpPr>
          <p:spPr>
            <a:xfrm>
              <a:off x="18377262" y="10463524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9">
              <a:extLst>
                <a:ext uri="{FF2B5EF4-FFF2-40B4-BE49-F238E27FC236}">
                  <a16:creationId xmlns:a16="http://schemas.microsoft.com/office/drawing/2014/main" id="{5317FF8E-BECF-67EF-D5A3-7D72440DF3F9}"/>
                </a:ext>
              </a:extLst>
            </p:cNvPr>
            <p:cNvSpPr/>
            <p:nvPr/>
          </p:nvSpPr>
          <p:spPr>
            <a:xfrm>
              <a:off x="18850430" y="9990355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10">
              <a:extLst>
                <a:ext uri="{FF2B5EF4-FFF2-40B4-BE49-F238E27FC236}">
                  <a16:creationId xmlns:a16="http://schemas.microsoft.com/office/drawing/2014/main" id="{75A2EC8C-93C4-FC3D-6CAC-876D70EF2E29}"/>
                </a:ext>
              </a:extLst>
            </p:cNvPr>
            <p:cNvSpPr/>
            <p:nvPr/>
          </p:nvSpPr>
          <p:spPr>
            <a:xfrm>
              <a:off x="19323611" y="9517176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1">
              <a:extLst>
                <a:ext uri="{FF2B5EF4-FFF2-40B4-BE49-F238E27FC236}">
                  <a16:creationId xmlns:a16="http://schemas.microsoft.com/office/drawing/2014/main" id="{486810E9-E7D0-3329-9809-F484F4BD4383}"/>
                </a:ext>
              </a:extLst>
            </p:cNvPr>
            <p:cNvSpPr/>
            <p:nvPr/>
          </p:nvSpPr>
          <p:spPr>
            <a:xfrm>
              <a:off x="18377262" y="9990355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2">
              <a:extLst>
                <a:ext uri="{FF2B5EF4-FFF2-40B4-BE49-F238E27FC236}">
                  <a16:creationId xmlns:a16="http://schemas.microsoft.com/office/drawing/2014/main" id="{48085A23-AD1F-301C-23E8-D6770791B324}"/>
                </a:ext>
              </a:extLst>
            </p:cNvPr>
            <p:cNvSpPr/>
            <p:nvPr/>
          </p:nvSpPr>
          <p:spPr>
            <a:xfrm>
              <a:off x="18377262" y="9517176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13">
              <a:extLst>
                <a:ext uri="{FF2B5EF4-FFF2-40B4-BE49-F238E27FC236}">
                  <a16:creationId xmlns:a16="http://schemas.microsoft.com/office/drawing/2014/main" id="{B367D949-6EEA-4037-0A1E-E523FD5B93BE}"/>
                </a:ext>
              </a:extLst>
            </p:cNvPr>
            <p:cNvSpPr/>
            <p:nvPr/>
          </p:nvSpPr>
          <p:spPr>
            <a:xfrm>
              <a:off x="18850430" y="10463524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Gráfico 4">
            <a:extLst>
              <a:ext uri="{FF2B5EF4-FFF2-40B4-BE49-F238E27FC236}">
                <a16:creationId xmlns:a16="http://schemas.microsoft.com/office/drawing/2014/main" id="{BA8F7AFB-6FE7-1A3E-B499-FC41B4E2B2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6333" y="3283496"/>
            <a:ext cx="2022406" cy="45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72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2D0A37-4918-42BF-E49E-215261A5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fld id="{B48B2F61-3B4E-4CA1-A76B-0F9A739AA69E}" type="datetimeFigureOut">
              <a:rPr lang="pt-BR" smtClean="0"/>
              <a:pPr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BB289A-C39A-DF34-5C80-ADC057EB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9C1A5A-D1ED-D2E3-9238-70F07805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fld id="{FFBE34D1-2FF4-425B-94C8-AEF336CD71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FFD4662-644E-8EE1-1691-E53744E35D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" y="3018"/>
            <a:ext cx="12192000" cy="6858000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112A8316-EFEF-F59E-3E75-15658B6F5B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20653" y="528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0293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2D0A37-4918-42BF-E49E-215261A5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fld id="{B48B2F61-3B4E-4CA1-A76B-0F9A739AA69E}" type="datetimeFigureOut">
              <a:rPr lang="pt-BR" smtClean="0"/>
              <a:pPr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BB289A-C39A-DF34-5C80-ADC057EB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9C1A5A-D1ED-D2E3-9238-70F07805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fld id="{FFBE34D1-2FF4-425B-94C8-AEF336CD71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FFD4662-644E-8EE1-1691-E53744E35D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" y="3018"/>
            <a:ext cx="12192000" cy="6858000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112A8316-EFEF-F59E-3E75-15658B6F5B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20653" y="528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767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2D0A37-4918-42BF-E49E-215261A5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fld id="{B48B2F61-3B4E-4CA1-A76B-0F9A739AA69E}" type="datetimeFigureOut">
              <a:rPr lang="pt-BR" smtClean="0"/>
              <a:pPr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BB289A-C39A-DF34-5C80-ADC057EB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9C1A5A-D1ED-D2E3-9238-70F07805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fld id="{FFBE34D1-2FF4-425B-94C8-AEF336CD71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FFD4662-644E-8EE1-1691-E53744E35D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" y="3018"/>
            <a:ext cx="12192000" cy="6858000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112A8316-EFEF-F59E-3E75-15658B6F5B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20653" y="528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5921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2D0A37-4918-42BF-E49E-215261A5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fld id="{B48B2F61-3B4E-4CA1-A76B-0F9A739AA69E}" type="datetimeFigureOut">
              <a:rPr lang="pt-BR" smtClean="0"/>
              <a:pPr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BB289A-C39A-DF34-5C80-ADC057EB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9C1A5A-D1ED-D2E3-9238-70F07805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fld id="{FFBE34D1-2FF4-425B-94C8-AEF336CD716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79302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ior. 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2">
            <a:extLst>
              <a:ext uri="{FF2B5EF4-FFF2-40B4-BE49-F238E27FC236}">
                <a16:creationId xmlns:a16="http://schemas.microsoft.com/office/drawing/2014/main" id="{012B990D-BA78-C0ED-6155-BE21813DE64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92" y="0"/>
            <a:ext cx="7905618" cy="6857796"/>
          </a:xfrm>
        </p:spPr>
        <p:txBody>
          <a:bodyPr>
            <a:normAutofit/>
          </a:bodyPr>
          <a:lstStyle>
            <a:lvl1pPr marL="0" indent="0">
              <a:lnSpc>
                <a:spcPct val="300000"/>
              </a:lnSpc>
              <a:buNone/>
              <a:defRPr sz="1800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pt-BR"/>
              <a:t>Clique no ícone para adicionar uma imagem</a:t>
            </a:r>
            <a:endParaRPr lang="es-ES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05F83ED9-C637-372D-EFB2-5BEC2569AE3B}"/>
              </a:ext>
            </a:extLst>
          </p:cNvPr>
          <p:cNvSpPr/>
          <p:nvPr/>
        </p:nvSpPr>
        <p:spPr>
          <a:xfrm>
            <a:off x="7905618" y="2571618"/>
            <a:ext cx="4286382" cy="4286382"/>
          </a:xfrm>
          <a:custGeom>
            <a:avLst/>
            <a:gdLst/>
            <a:ahLst/>
            <a:cxnLst/>
            <a:rect l="l" t="t" r="r" b="b"/>
            <a:pathLst>
              <a:path w="7068184" h="7068184">
                <a:moveTo>
                  <a:pt x="7067847" y="0"/>
                </a:moveTo>
                <a:lnTo>
                  <a:pt x="0" y="0"/>
                </a:lnTo>
                <a:lnTo>
                  <a:pt x="0" y="7067847"/>
                </a:lnTo>
                <a:lnTo>
                  <a:pt x="7067847" y="7067847"/>
                </a:lnTo>
                <a:lnTo>
                  <a:pt x="7067847" y="0"/>
                </a:lnTo>
                <a:close/>
              </a:path>
            </a:pathLst>
          </a:custGeom>
          <a:solidFill>
            <a:srgbClr val="D7EA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21B0EFC-9036-6A43-CCE1-3599F2CA5418}"/>
              </a:ext>
            </a:extLst>
          </p:cNvPr>
          <p:cNvSpPr/>
          <p:nvPr/>
        </p:nvSpPr>
        <p:spPr>
          <a:xfrm>
            <a:off x="10031283" y="4697270"/>
            <a:ext cx="2160713" cy="2160713"/>
          </a:xfrm>
          <a:custGeom>
            <a:avLst/>
            <a:gdLst/>
            <a:ahLst/>
            <a:cxnLst/>
            <a:rect l="l" t="t" r="r" b="b"/>
            <a:pathLst>
              <a:path w="3562984" h="3562984">
                <a:moveTo>
                  <a:pt x="3562655" y="0"/>
                </a:moveTo>
                <a:lnTo>
                  <a:pt x="0" y="0"/>
                </a:lnTo>
                <a:lnTo>
                  <a:pt x="0" y="3562676"/>
                </a:lnTo>
                <a:lnTo>
                  <a:pt x="3562655" y="3562676"/>
                </a:lnTo>
                <a:lnTo>
                  <a:pt x="3562655" y="0"/>
                </a:lnTo>
                <a:close/>
              </a:path>
            </a:pathLst>
          </a:custGeom>
          <a:solidFill>
            <a:srgbClr val="C5D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5719C3D-0E8B-789C-7D6F-7916367CCBBA}"/>
              </a:ext>
            </a:extLst>
          </p:cNvPr>
          <p:cNvSpPr/>
          <p:nvPr/>
        </p:nvSpPr>
        <p:spPr>
          <a:xfrm>
            <a:off x="11076697" y="5742691"/>
            <a:ext cx="1115207" cy="1115207"/>
          </a:xfrm>
          <a:custGeom>
            <a:avLst/>
            <a:gdLst/>
            <a:ahLst/>
            <a:cxnLst/>
            <a:rect l="l" t="t" r="r" b="b"/>
            <a:pathLst>
              <a:path w="1838959" h="1838959">
                <a:moveTo>
                  <a:pt x="1838781" y="0"/>
                </a:moveTo>
                <a:lnTo>
                  <a:pt x="0" y="0"/>
                </a:lnTo>
                <a:lnTo>
                  <a:pt x="0" y="1838792"/>
                </a:lnTo>
                <a:lnTo>
                  <a:pt x="1838781" y="1838792"/>
                </a:lnTo>
                <a:lnTo>
                  <a:pt x="1838781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bg object 17">
            <a:extLst>
              <a:ext uri="{FF2B5EF4-FFF2-40B4-BE49-F238E27FC236}">
                <a16:creationId xmlns:a16="http://schemas.microsoft.com/office/drawing/2014/main" id="{52336296-D63B-AD59-CA80-E2356ABD3E2A}"/>
              </a:ext>
            </a:extLst>
          </p:cNvPr>
          <p:cNvSpPr/>
          <p:nvPr userDrawn="1"/>
        </p:nvSpPr>
        <p:spPr>
          <a:xfrm>
            <a:off x="169577" y="6393275"/>
            <a:ext cx="353124" cy="353124"/>
          </a:xfrm>
          <a:custGeom>
            <a:avLst/>
            <a:gdLst/>
            <a:ahLst/>
            <a:cxnLst/>
            <a:rect l="l" t="t" r="r" b="b"/>
            <a:pathLst>
              <a:path w="582294" h="582295">
                <a:moveTo>
                  <a:pt x="116420" y="465683"/>
                </a:moveTo>
                <a:lnTo>
                  <a:pt x="0" y="465683"/>
                </a:lnTo>
                <a:lnTo>
                  <a:pt x="0" y="582117"/>
                </a:lnTo>
                <a:lnTo>
                  <a:pt x="116420" y="582117"/>
                </a:lnTo>
                <a:lnTo>
                  <a:pt x="116420" y="465683"/>
                </a:lnTo>
                <a:close/>
              </a:path>
              <a:path w="582294" h="582295">
                <a:moveTo>
                  <a:pt x="116420" y="232841"/>
                </a:moveTo>
                <a:lnTo>
                  <a:pt x="0" y="232841"/>
                </a:lnTo>
                <a:lnTo>
                  <a:pt x="0" y="349262"/>
                </a:lnTo>
                <a:lnTo>
                  <a:pt x="116420" y="349262"/>
                </a:lnTo>
                <a:lnTo>
                  <a:pt x="116420" y="232841"/>
                </a:lnTo>
                <a:close/>
              </a:path>
              <a:path w="582294" h="582295">
                <a:moveTo>
                  <a:pt x="116420" y="0"/>
                </a:moveTo>
                <a:lnTo>
                  <a:pt x="0" y="0"/>
                </a:lnTo>
                <a:lnTo>
                  <a:pt x="0" y="116420"/>
                </a:lnTo>
                <a:lnTo>
                  <a:pt x="116420" y="116420"/>
                </a:lnTo>
                <a:lnTo>
                  <a:pt x="116420" y="0"/>
                </a:lnTo>
                <a:close/>
              </a:path>
              <a:path w="582294" h="582295">
                <a:moveTo>
                  <a:pt x="349275" y="465683"/>
                </a:moveTo>
                <a:lnTo>
                  <a:pt x="232854" y="465683"/>
                </a:lnTo>
                <a:lnTo>
                  <a:pt x="232854" y="582117"/>
                </a:lnTo>
                <a:lnTo>
                  <a:pt x="349275" y="582117"/>
                </a:lnTo>
                <a:lnTo>
                  <a:pt x="349275" y="465683"/>
                </a:lnTo>
                <a:close/>
              </a:path>
              <a:path w="582294" h="582295">
                <a:moveTo>
                  <a:pt x="349275" y="232841"/>
                </a:moveTo>
                <a:lnTo>
                  <a:pt x="232854" y="232841"/>
                </a:lnTo>
                <a:lnTo>
                  <a:pt x="232854" y="349262"/>
                </a:lnTo>
                <a:lnTo>
                  <a:pt x="349275" y="349262"/>
                </a:lnTo>
                <a:lnTo>
                  <a:pt x="349275" y="232841"/>
                </a:lnTo>
                <a:close/>
              </a:path>
              <a:path w="582294" h="582295">
                <a:moveTo>
                  <a:pt x="349275" y="0"/>
                </a:moveTo>
                <a:lnTo>
                  <a:pt x="232854" y="0"/>
                </a:lnTo>
                <a:lnTo>
                  <a:pt x="232854" y="116420"/>
                </a:lnTo>
                <a:lnTo>
                  <a:pt x="349275" y="116420"/>
                </a:lnTo>
                <a:lnTo>
                  <a:pt x="349275" y="0"/>
                </a:lnTo>
                <a:close/>
              </a:path>
              <a:path w="582294" h="582295">
                <a:moveTo>
                  <a:pt x="582129" y="465683"/>
                </a:moveTo>
                <a:lnTo>
                  <a:pt x="465709" y="465683"/>
                </a:lnTo>
                <a:lnTo>
                  <a:pt x="465709" y="582117"/>
                </a:lnTo>
                <a:lnTo>
                  <a:pt x="582129" y="582117"/>
                </a:lnTo>
                <a:lnTo>
                  <a:pt x="582129" y="465683"/>
                </a:lnTo>
                <a:close/>
              </a:path>
              <a:path w="582294" h="582295">
                <a:moveTo>
                  <a:pt x="582129" y="232841"/>
                </a:moveTo>
                <a:lnTo>
                  <a:pt x="465709" y="232841"/>
                </a:lnTo>
                <a:lnTo>
                  <a:pt x="465709" y="349262"/>
                </a:lnTo>
                <a:lnTo>
                  <a:pt x="582129" y="349262"/>
                </a:lnTo>
                <a:lnTo>
                  <a:pt x="582129" y="232841"/>
                </a:lnTo>
                <a:close/>
              </a:path>
              <a:path w="582294" h="582295">
                <a:moveTo>
                  <a:pt x="582129" y="0"/>
                </a:moveTo>
                <a:lnTo>
                  <a:pt x="465709" y="0"/>
                </a:lnTo>
                <a:lnTo>
                  <a:pt x="465709" y="116420"/>
                </a:lnTo>
                <a:lnTo>
                  <a:pt x="582129" y="116420"/>
                </a:lnTo>
                <a:lnTo>
                  <a:pt x="582129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85ECED55-FEF3-19B8-22E3-733BEBB2FA2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348225"/>
            <a:ext cx="1372692" cy="1372692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8914706B-49C2-FC44-BAA8-677401FE32E0}"/>
              </a:ext>
            </a:extLst>
          </p:cNvPr>
          <p:cNvSpPr/>
          <p:nvPr userDrawn="1"/>
        </p:nvSpPr>
        <p:spPr>
          <a:xfrm>
            <a:off x="11087100" y="5771646"/>
            <a:ext cx="1104900" cy="1086353"/>
          </a:xfrm>
          <a:custGeom>
            <a:avLst/>
            <a:gdLst/>
            <a:ahLst/>
            <a:cxnLst/>
            <a:rect l="l" t="t" r="r" b="b"/>
            <a:pathLst>
              <a:path w="1853565" h="1822450">
                <a:moveTo>
                  <a:pt x="1853346" y="0"/>
                </a:moveTo>
                <a:lnTo>
                  <a:pt x="10470" y="1821934"/>
                </a:lnTo>
                <a:lnTo>
                  <a:pt x="0" y="1821934"/>
                </a:lnTo>
                <a:lnTo>
                  <a:pt x="1853346" y="1821934"/>
                </a:lnTo>
                <a:lnTo>
                  <a:pt x="18533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69873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_endoso dist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Marcador de posición de imagen 38">
            <a:extLst>
              <a:ext uri="{FF2B5EF4-FFF2-40B4-BE49-F238E27FC236}">
                <a16:creationId xmlns:a16="http://schemas.microsoft.com/office/drawing/2014/main" id="{AB407466-AE56-4A2B-047C-F8ED32BDA38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48163" y="457200"/>
            <a:ext cx="7450135" cy="6022872"/>
          </a:xfrm>
          <a:custGeom>
            <a:avLst/>
            <a:gdLst>
              <a:gd name="connsiteX0" fmla="*/ 0 w 7450135"/>
              <a:gd name="connsiteY0" fmla="*/ 0 h 6022872"/>
              <a:gd name="connsiteX1" fmla="*/ 7450135 w 7450135"/>
              <a:gd name="connsiteY1" fmla="*/ 0 h 6022872"/>
              <a:gd name="connsiteX2" fmla="*/ 7450135 w 7450135"/>
              <a:gd name="connsiteY2" fmla="*/ 4301394 h 6022872"/>
              <a:gd name="connsiteX3" fmla="*/ 5578964 w 7450135"/>
              <a:gd name="connsiteY3" fmla="*/ 6022872 h 6022872"/>
              <a:gd name="connsiteX4" fmla="*/ 0 w 7450135"/>
              <a:gd name="connsiteY4" fmla="*/ 6022872 h 6022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50135" h="6022872">
                <a:moveTo>
                  <a:pt x="0" y="0"/>
                </a:moveTo>
                <a:lnTo>
                  <a:pt x="7450135" y="0"/>
                </a:lnTo>
                <a:lnTo>
                  <a:pt x="7450135" y="4301394"/>
                </a:lnTo>
                <a:lnTo>
                  <a:pt x="5578964" y="6022872"/>
                </a:lnTo>
                <a:lnTo>
                  <a:pt x="0" y="6022872"/>
                </a:lnTo>
                <a:close/>
              </a:path>
            </a:pathLst>
          </a:custGeom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B6E3C17C-7450-B5C7-FD4F-B1F8EDDBC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469" y="1811162"/>
            <a:ext cx="3490511" cy="33671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4400" b="1" kern="1200" dirty="0" smtClean="0">
                <a:solidFill>
                  <a:srgbClr val="7B7B7B"/>
                </a:solidFill>
                <a:latin typeface="Santander Headline"/>
                <a:ea typeface="+mn-ea"/>
                <a:cs typeface="Santander Headline"/>
              </a:defRPr>
            </a:lvl1pPr>
            <a:lvl2pPr marL="457200" indent="0">
              <a:buNone/>
              <a:defRPr lang="es-ES" sz="4400" b="1" kern="1200" dirty="0" smtClean="0">
                <a:solidFill>
                  <a:srgbClr val="7B7B7B"/>
                </a:solidFill>
                <a:latin typeface="Santander Headline"/>
                <a:ea typeface="+mn-ea"/>
                <a:cs typeface="Santander Headline"/>
              </a:defRPr>
            </a:lvl2pPr>
            <a:lvl3pPr marL="914400" indent="0">
              <a:buNone/>
              <a:defRPr lang="es-ES" sz="4400" b="1" kern="1200" dirty="0" smtClean="0">
                <a:solidFill>
                  <a:srgbClr val="7B7B7B"/>
                </a:solidFill>
                <a:latin typeface="Santander Headline"/>
                <a:ea typeface="+mn-ea"/>
                <a:cs typeface="Santander Headline"/>
              </a:defRPr>
            </a:lvl3pPr>
            <a:lvl4pPr marL="1371600" indent="0">
              <a:buNone/>
              <a:defRPr lang="es-ES" sz="4400" b="1" kern="1200" dirty="0" smtClean="0">
                <a:solidFill>
                  <a:srgbClr val="7B7B7B"/>
                </a:solidFill>
                <a:latin typeface="Santander Headline"/>
                <a:ea typeface="+mn-ea"/>
                <a:cs typeface="Santander Headline"/>
              </a:defRPr>
            </a:lvl4pPr>
            <a:lvl5pPr marL="1828800" indent="0">
              <a:buNone/>
              <a:defRPr lang="en-GB" sz="4400" b="1" kern="1200" dirty="0">
                <a:solidFill>
                  <a:srgbClr val="7B7B7B"/>
                </a:solidFill>
                <a:latin typeface="Santander Headline"/>
                <a:ea typeface="+mn-ea"/>
                <a:cs typeface="Santander Headline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8C61195-C278-DC97-6180-F0659B4BE684}"/>
              </a:ext>
            </a:extLst>
          </p:cNvPr>
          <p:cNvGrpSpPr/>
          <p:nvPr userDrawn="1"/>
        </p:nvGrpSpPr>
        <p:grpSpPr>
          <a:xfrm>
            <a:off x="11064240" y="5745904"/>
            <a:ext cx="734168" cy="734168"/>
            <a:chOff x="18377262" y="9517176"/>
            <a:chExt cx="1183203" cy="1183202"/>
          </a:xfrm>
          <a:solidFill>
            <a:srgbClr val="323232"/>
          </a:solidFill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5BC06FFF-CB37-84BA-8D95-0BE3FC792216}"/>
                </a:ext>
              </a:extLst>
            </p:cNvPr>
            <p:cNvSpPr/>
            <p:nvPr/>
          </p:nvSpPr>
          <p:spPr>
            <a:xfrm>
              <a:off x="19323611" y="10463524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07320A34-0B95-B22E-6560-D73542EC82DA}"/>
                </a:ext>
              </a:extLst>
            </p:cNvPr>
            <p:cNvSpPr/>
            <p:nvPr/>
          </p:nvSpPr>
          <p:spPr>
            <a:xfrm>
              <a:off x="19323611" y="9990355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FAD568DF-D257-FFC5-098A-AD8388C217DE}"/>
                </a:ext>
              </a:extLst>
            </p:cNvPr>
            <p:cNvSpPr/>
            <p:nvPr/>
          </p:nvSpPr>
          <p:spPr>
            <a:xfrm>
              <a:off x="18850430" y="9517176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9C46B56F-3F46-B965-F720-D6FEE2BFE917}"/>
                </a:ext>
              </a:extLst>
            </p:cNvPr>
            <p:cNvSpPr/>
            <p:nvPr/>
          </p:nvSpPr>
          <p:spPr>
            <a:xfrm>
              <a:off x="18377262" y="10463524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9">
              <a:extLst>
                <a:ext uri="{FF2B5EF4-FFF2-40B4-BE49-F238E27FC236}">
                  <a16:creationId xmlns:a16="http://schemas.microsoft.com/office/drawing/2014/main" id="{4362FB4A-4F03-EB6F-C208-818E349753F7}"/>
                </a:ext>
              </a:extLst>
            </p:cNvPr>
            <p:cNvSpPr/>
            <p:nvPr/>
          </p:nvSpPr>
          <p:spPr>
            <a:xfrm>
              <a:off x="18850430" y="9990355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0">
              <a:extLst>
                <a:ext uri="{FF2B5EF4-FFF2-40B4-BE49-F238E27FC236}">
                  <a16:creationId xmlns:a16="http://schemas.microsoft.com/office/drawing/2014/main" id="{F554D0AB-ACEF-0BED-7436-AB14B33855EB}"/>
                </a:ext>
              </a:extLst>
            </p:cNvPr>
            <p:cNvSpPr/>
            <p:nvPr/>
          </p:nvSpPr>
          <p:spPr>
            <a:xfrm>
              <a:off x="19323611" y="9517176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6B754F5C-0639-A56E-1354-9DD7947594F3}"/>
                </a:ext>
              </a:extLst>
            </p:cNvPr>
            <p:cNvSpPr/>
            <p:nvPr/>
          </p:nvSpPr>
          <p:spPr>
            <a:xfrm>
              <a:off x="18377262" y="9990355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B7ADA801-A354-8FC2-413C-18CB88A46FF6}"/>
                </a:ext>
              </a:extLst>
            </p:cNvPr>
            <p:cNvSpPr/>
            <p:nvPr/>
          </p:nvSpPr>
          <p:spPr>
            <a:xfrm>
              <a:off x="18377262" y="9517176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4D1F4171-3E76-2150-0851-1DAD21D4631A}"/>
                </a:ext>
              </a:extLst>
            </p:cNvPr>
            <p:cNvSpPr/>
            <p:nvPr/>
          </p:nvSpPr>
          <p:spPr>
            <a:xfrm>
              <a:off x="18850430" y="10463524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EC80684A-FBF6-008B-E5F2-33E0161B9C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3469" y="5401790"/>
            <a:ext cx="3502894" cy="441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s-ES" sz="1100" kern="1200" dirty="0" smtClean="0">
                <a:solidFill>
                  <a:srgbClr val="7B7B7B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buNone/>
              <a:defRPr lang="es-ES" sz="1100" kern="1200" dirty="0" smtClean="0">
                <a:solidFill>
                  <a:srgbClr val="7B7B7B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buNone/>
              <a:defRPr lang="es-ES" sz="1100" kern="1200" dirty="0" smtClean="0">
                <a:solidFill>
                  <a:srgbClr val="7B7B7B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buNone/>
              <a:defRPr lang="es-ES" sz="1100" kern="1200" dirty="0" smtClean="0">
                <a:solidFill>
                  <a:srgbClr val="7B7B7B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buNone/>
              <a:defRPr lang="en-GB" sz="1100" kern="1200" dirty="0">
                <a:solidFill>
                  <a:srgbClr val="7B7B7B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14" name="Gráfico 15">
            <a:extLst>
              <a:ext uri="{FF2B5EF4-FFF2-40B4-BE49-F238E27FC236}">
                <a16:creationId xmlns:a16="http://schemas.microsoft.com/office/drawing/2014/main" id="{DD6502A8-9A74-DFF5-E925-7DA13807C8CF}"/>
              </a:ext>
            </a:extLst>
          </p:cNvPr>
          <p:cNvSpPr/>
          <p:nvPr/>
        </p:nvSpPr>
        <p:spPr>
          <a:xfrm>
            <a:off x="409400" y="439064"/>
            <a:ext cx="1568667" cy="332935"/>
          </a:xfrm>
          <a:custGeom>
            <a:avLst/>
            <a:gdLst>
              <a:gd name="connsiteX0" fmla="*/ 823635 w 1568667"/>
              <a:gd name="connsiteY0" fmla="*/ 82735 h 332935"/>
              <a:gd name="connsiteX1" fmla="*/ 731653 w 1568667"/>
              <a:gd name="connsiteY1" fmla="*/ 95625 h 332935"/>
              <a:gd name="connsiteX2" fmla="*/ 731653 w 1568667"/>
              <a:gd name="connsiteY2" fmla="*/ 325545 h 332935"/>
              <a:gd name="connsiteX3" fmla="*/ 782232 w 1568667"/>
              <a:gd name="connsiteY3" fmla="*/ 325545 h 332935"/>
              <a:gd name="connsiteX4" fmla="*/ 782232 w 1568667"/>
              <a:gd name="connsiteY4" fmla="*/ 129636 h 332935"/>
              <a:gd name="connsiteX5" fmla="*/ 822234 w 1568667"/>
              <a:gd name="connsiteY5" fmla="*/ 125959 h 332935"/>
              <a:gd name="connsiteX6" fmla="*/ 884758 w 1568667"/>
              <a:gd name="connsiteY6" fmla="*/ 179761 h 332935"/>
              <a:gd name="connsiteX7" fmla="*/ 884758 w 1568667"/>
              <a:gd name="connsiteY7" fmla="*/ 325545 h 332935"/>
              <a:gd name="connsiteX8" fmla="*/ 935337 w 1568667"/>
              <a:gd name="connsiteY8" fmla="*/ 325545 h 332935"/>
              <a:gd name="connsiteX9" fmla="*/ 935337 w 1568667"/>
              <a:gd name="connsiteY9" fmla="*/ 171039 h 332935"/>
              <a:gd name="connsiteX10" fmla="*/ 823635 w 1568667"/>
              <a:gd name="connsiteY10" fmla="*/ 82735 h 332935"/>
              <a:gd name="connsiteX11" fmla="*/ 209709 w 1568667"/>
              <a:gd name="connsiteY11" fmla="*/ 282321 h 332935"/>
              <a:gd name="connsiteX12" fmla="*/ 167396 w 1568667"/>
              <a:gd name="connsiteY12" fmla="*/ 286910 h 332935"/>
              <a:gd name="connsiteX13" fmla="*/ 53347 w 1568667"/>
              <a:gd name="connsiteY13" fmla="*/ 164138 h 332935"/>
              <a:gd name="connsiteX14" fmla="*/ 169673 w 1568667"/>
              <a:gd name="connsiteY14" fmla="*/ 45956 h 332935"/>
              <a:gd name="connsiteX15" fmla="*/ 249675 w 1568667"/>
              <a:gd name="connsiteY15" fmla="*/ 58846 h 332935"/>
              <a:gd name="connsiteX16" fmla="*/ 258888 w 1568667"/>
              <a:gd name="connsiteY16" fmla="*/ 12400 h 332935"/>
              <a:gd name="connsiteX17" fmla="*/ 169673 w 1568667"/>
              <a:gd name="connsiteY17" fmla="*/ 0 h 332935"/>
              <a:gd name="connsiteX18" fmla="*/ 0 w 1568667"/>
              <a:gd name="connsiteY18" fmla="*/ 165995 h 332935"/>
              <a:gd name="connsiteX19" fmla="*/ 163718 w 1568667"/>
              <a:gd name="connsiteY19" fmla="*/ 332936 h 332935"/>
              <a:gd name="connsiteX20" fmla="*/ 261199 w 1568667"/>
              <a:gd name="connsiteY20" fmla="*/ 315912 h 332935"/>
              <a:gd name="connsiteX21" fmla="*/ 261199 w 1568667"/>
              <a:gd name="connsiteY21" fmla="*/ 152194 h 332935"/>
              <a:gd name="connsiteX22" fmla="*/ 209709 w 1568667"/>
              <a:gd name="connsiteY22" fmla="*/ 152194 h 332935"/>
              <a:gd name="connsiteX23" fmla="*/ 209709 w 1568667"/>
              <a:gd name="connsiteY23" fmla="*/ 282321 h 332935"/>
              <a:gd name="connsiteX24" fmla="*/ 1086691 w 1568667"/>
              <a:gd name="connsiteY24" fmla="*/ 82735 h 332935"/>
              <a:gd name="connsiteX25" fmla="*/ 974498 w 1568667"/>
              <a:gd name="connsiteY25" fmla="*/ 205506 h 332935"/>
              <a:gd name="connsiteX26" fmla="*/ 1100036 w 1568667"/>
              <a:gd name="connsiteY26" fmla="*/ 331044 h 332935"/>
              <a:gd name="connsiteX27" fmla="*/ 1174540 w 1568667"/>
              <a:gd name="connsiteY27" fmla="*/ 316333 h 332935"/>
              <a:gd name="connsiteX28" fmla="*/ 1182351 w 1568667"/>
              <a:gd name="connsiteY28" fmla="*/ 270342 h 332935"/>
              <a:gd name="connsiteX29" fmla="*/ 1101402 w 1568667"/>
              <a:gd name="connsiteY29" fmla="*/ 287820 h 332935"/>
              <a:gd name="connsiteX30" fmla="*/ 1025988 w 1568667"/>
              <a:gd name="connsiteY30" fmla="*/ 227118 h 332935"/>
              <a:gd name="connsiteX31" fmla="*/ 1187395 w 1568667"/>
              <a:gd name="connsiteY31" fmla="*/ 227118 h 332935"/>
              <a:gd name="connsiteX32" fmla="*/ 1190162 w 1568667"/>
              <a:gd name="connsiteY32" fmla="*/ 188027 h 332935"/>
              <a:gd name="connsiteX33" fmla="*/ 1086691 w 1568667"/>
              <a:gd name="connsiteY33" fmla="*/ 82735 h 332935"/>
              <a:gd name="connsiteX34" fmla="*/ 1025077 w 1568667"/>
              <a:gd name="connsiteY34" fmla="*/ 184805 h 332935"/>
              <a:gd name="connsiteX35" fmla="*/ 1083924 w 1568667"/>
              <a:gd name="connsiteY35" fmla="*/ 125013 h 332935"/>
              <a:gd name="connsiteX36" fmla="*/ 1139092 w 1568667"/>
              <a:gd name="connsiteY36" fmla="*/ 184805 h 332935"/>
              <a:gd name="connsiteX37" fmla="*/ 1025077 w 1568667"/>
              <a:gd name="connsiteY37" fmla="*/ 184805 h 332935"/>
              <a:gd name="connsiteX38" fmla="*/ 1357558 w 1568667"/>
              <a:gd name="connsiteY38" fmla="*/ 133770 h 332935"/>
              <a:gd name="connsiteX39" fmla="*/ 1362146 w 1568667"/>
              <a:gd name="connsiteY39" fmla="*/ 90546 h 332935"/>
              <a:gd name="connsiteX40" fmla="*/ 1282144 w 1568667"/>
              <a:gd name="connsiteY40" fmla="*/ 90546 h 332935"/>
              <a:gd name="connsiteX41" fmla="*/ 1282144 w 1568667"/>
              <a:gd name="connsiteY41" fmla="*/ 3643 h 332935"/>
              <a:gd name="connsiteX42" fmla="*/ 1231564 w 1568667"/>
              <a:gd name="connsiteY42" fmla="*/ 10999 h 332935"/>
              <a:gd name="connsiteX43" fmla="*/ 1231564 w 1568667"/>
              <a:gd name="connsiteY43" fmla="*/ 252443 h 332935"/>
              <a:gd name="connsiteX44" fmla="*/ 1312022 w 1568667"/>
              <a:gd name="connsiteY44" fmla="*/ 331079 h 332935"/>
              <a:gd name="connsiteX45" fmla="*/ 1354791 w 1568667"/>
              <a:gd name="connsiteY45" fmla="*/ 323723 h 332935"/>
              <a:gd name="connsiteX46" fmla="*/ 1360780 w 1568667"/>
              <a:gd name="connsiteY46" fmla="*/ 280955 h 332935"/>
              <a:gd name="connsiteX47" fmla="*/ 1321234 w 1568667"/>
              <a:gd name="connsiteY47" fmla="*/ 287855 h 332935"/>
              <a:gd name="connsiteX48" fmla="*/ 1282144 w 1568667"/>
              <a:gd name="connsiteY48" fmla="*/ 246453 h 332935"/>
              <a:gd name="connsiteX49" fmla="*/ 1282144 w 1568667"/>
              <a:gd name="connsiteY49" fmla="*/ 133770 h 332935"/>
              <a:gd name="connsiteX50" fmla="*/ 1357558 w 1568667"/>
              <a:gd name="connsiteY50" fmla="*/ 133770 h 332935"/>
              <a:gd name="connsiteX51" fmla="*/ 690285 w 1568667"/>
              <a:gd name="connsiteY51" fmla="*/ 133770 h 332935"/>
              <a:gd name="connsiteX52" fmla="*/ 694874 w 1568667"/>
              <a:gd name="connsiteY52" fmla="*/ 90546 h 332935"/>
              <a:gd name="connsiteX53" fmla="*/ 614871 w 1568667"/>
              <a:gd name="connsiteY53" fmla="*/ 90546 h 332935"/>
              <a:gd name="connsiteX54" fmla="*/ 614871 w 1568667"/>
              <a:gd name="connsiteY54" fmla="*/ 3643 h 332935"/>
              <a:gd name="connsiteX55" fmla="*/ 564292 w 1568667"/>
              <a:gd name="connsiteY55" fmla="*/ 10999 h 332935"/>
              <a:gd name="connsiteX56" fmla="*/ 564292 w 1568667"/>
              <a:gd name="connsiteY56" fmla="*/ 252443 h 332935"/>
              <a:gd name="connsiteX57" fmla="*/ 644750 w 1568667"/>
              <a:gd name="connsiteY57" fmla="*/ 331079 h 332935"/>
              <a:gd name="connsiteX58" fmla="*/ 687518 w 1568667"/>
              <a:gd name="connsiteY58" fmla="*/ 323723 h 332935"/>
              <a:gd name="connsiteX59" fmla="*/ 693508 w 1568667"/>
              <a:gd name="connsiteY59" fmla="*/ 280955 h 332935"/>
              <a:gd name="connsiteX60" fmla="*/ 653962 w 1568667"/>
              <a:gd name="connsiteY60" fmla="*/ 287855 h 332935"/>
              <a:gd name="connsiteX61" fmla="*/ 614871 w 1568667"/>
              <a:gd name="connsiteY61" fmla="*/ 246453 h 332935"/>
              <a:gd name="connsiteX62" fmla="*/ 614871 w 1568667"/>
              <a:gd name="connsiteY62" fmla="*/ 133770 h 332935"/>
              <a:gd name="connsiteX63" fmla="*/ 690285 w 1568667"/>
              <a:gd name="connsiteY63" fmla="*/ 133770 h 332935"/>
              <a:gd name="connsiteX64" fmla="*/ 419418 w 1568667"/>
              <a:gd name="connsiteY64" fmla="*/ 82735 h 332935"/>
              <a:gd name="connsiteX65" fmla="*/ 307226 w 1568667"/>
              <a:gd name="connsiteY65" fmla="*/ 205506 h 332935"/>
              <a:gd name="connsiteX66" fmla="*/ 432764 w 1568667"/>
              <a:gd name="connsiteY66" fmla="*/ 331044 h 332935"/>
              <a:gd name="connsiteX67" fmla="*/ 507267 w 1568667"/>
              <a:gd name="connsiteY67" fmla="*/ 316333 h 332935"/>
              <a:gd name="connsiteX68" fmla="*/ 515078 w 1568667"/>
              <a:gd name="connsiteY68" fmla="*/ 270342 h 332935"/>
              <a:gd name="connsiteX69" fmla="*/ 434130 w 1568667"/>
              <a:gd name="connsiteY69" fmla="*/ 287820 h 332935"/>
              <a:gd name="connsiteX70" fmla="*/ 358716 w 1568667"/>
              <a:gd name="connsiteY70" fmla="*/ 227118 h 332935"/>
              <a:gd name="connsiteX71" fmla="*/ 520122 w 1568667"/>
              <a:gd name="connsiteY71" fmla="*/ 227118 h 332935"/>
              <a:gd name="connsiteX72" fmla="*/ 522889 w 1568667"/>
              <a:gd name="connsiteY72" fmla="*/ 188027 h 332935"/>
              <a:gd name="connsiteX73" fmla="*/ 419418 w 1568667"/>
              <a:gd name="connsiteY73" fmla="*/ 82735 h 332935"/>
              <a:gd name="connsiteX74" fmla="*/ 357770 w 1568667"/>
              <a:gd name="connsiteY74" fmla="*/ 184805 h 332935"/>
              <a:gd name="connsiteX75" fmla="*/ 416616 w 1568667"/>
              <a:gd name="connsiteY75" fmla="*/ 125013 h 332935"/>
              <a:gd name="connsiteX76" fmla="*/ 471784 w 1568667"/>
              <a:gd name="connsiteY76" fmla="*/ 184805 h 332935"/>
              <a:gd name="connsiteX77" fmla="*/ 357770 w 1568667"/>
              <a:gd name="connsiteY77" fmla="*/ 184805 h 332935"/>
              <a:gd name="connsiteX78" fmla="*/ 1542853 w 1568667"/>
              <a:gd name="connsiteY78" fmla="*/ 133770 h 332935"/>
              <a:gd name="connsiteX79" fmla="*/ 1568668 w 1568667"/>
              <a:gd name="connsiteY79" fmla="*/ 133770 h 332935"/>
              <a:gd name="connsiteX80" fmla="*/ 1568668 w 1568667"/>
              <a:gd name="connsiteY80" fmla="*/ 107954 h 332935"/>
              <a:gd name="connsiteX81" fmla="*/ 1542853 w 1568667"/>
              <a:gd name="connsiteY81" fmla="*/ 107954 h 332935"/>
              <a:gd name="connsiteX82" fmla="*/ 1542853 w 1568667"/>
              <a:gd name="connsiteY82" fmla="*/ 133770 h 332935"/>
              <a:gd name="connsiteX83" fmla="*/ 1542853 w 1568667"/>
              <a:gd name="connsiteY83" fmla="*/ 82139 h 332935"/>
              <a:gd name="connsiteX84" fmla="*/ 1568668 w 1568667"/>
              <a:gd name="connsiteY84" fmla="*/ 82139 h 332935"/>
              <a:gd name="connsiteX85" fmla="*/ 1568668 w 1568667"/>
              <a:gd name="connsiteY85" fmla="*/ 56324 h 332935"/>
              <a:gd name="connsiteX86" fmla="*/ 1542853 w 1568667"/>
              <a:gd name="connsiteY86" fmla="*/ 56324 h 332935"/>
              <a:gd name="connsiteX87" fmla="*/ 1542853 w 1568667"/>
              <a:gd name="connsiteY87" fmla="*/ 82139 h 332935"/>
              <a:gd name="connsiteX88" fmla="*/ 1491222 w 1568667"/>
              <a:gd name="connsiteY88" fmla="*/ 30509 h 332935"/>
              <a:gd name="connsiteX89" fmla="*/ 1517038 w 1568667"/>
              <a:gd name="connsiteY89" fmla="*/ 30509 h 332935"/>
              <a:gd name="connsiteX90" fmla="*/ 1517038 w 1568667"/>
              <a:gd name="connsiteY90" fmla="*/ 4694 h 332935"/>
              <a:gd name="connsiteX91" fmla="*/ 1491222 w 1568667"/>
              <a:gd name="connsiteY91" fmla="*/ 4694 h 332935"/>
              <a:gd name="connsiteX92" fmla="*/ 1491222 w 1568667"/>
              <a:gd name="connsiteY92" fmla="*/ 30509 h 332935"/>
              <a:gd name="connsiteX93" fmla="*/ 1439592 w 1568667"/>
              <a:gd name="connsiteY93" fmla="*/ 133770 h 332935"/>
              <a:gd name="connsiteX94" fmla="*/ 1465407 w 1568667"/>
              <a:gd name="connsiteY94" fmla="*/ 133770 h 332935"/>
              <a:gd name="connsiteX95" fmla="*/ 1465407 w 1568667"/>
              <a:gd name="connsiteY95" fmla="*/ 107954 h 332935"/>
              <a:gd name="connsiteX96" fmla="*/ 1439592 w 1568667"/>
              <a:gd name="connsiteY96" fmla="*/ 107954 h 332935"/>
              <a:gd name="connsiteX97" fmla="*/ 1439592 w 1568667"/>
              <a:gd name="connsiteY97" fmla="*/ 133770 h 332935"/>
              <a:gd name="connsiteX98" fmla="*/ 1491222 w 1568667"/>
              <a:gd name="connsiteY98" fmla="*/ 82139 h 332935"/>
              <a:gd name="connsiteX99" fmla="*/ 1517038 w 1568667"/>
              <a:gd name="connsiteY99" fmla="*/ 82139 h 332935"/>
              <a:gd name="connsiteX100" fmla="*/ 1517038 w 1568667"/>
              <a:gd name="connsiteY100" fmla="*/ 56324 h 332935"/>
              <a:gd name="connsiteX101" fmla="*/ 1491222 w 1568667"/>
              <a:gd name="connsiteY101" fmla="*/ 56324 h 332935"/>
              <a:gd name="connsiteX102" fmla="*/ 1491222 w 1568667"/>
              <a:gd name="connsiteY102" fmla="*/ 82139 h 332935"/>
              <a:gd name="connsiteX103" fmla="*/ 1542853 w 1568667"/>
              <a:gd name="connsiteY103" fmla="*/ 4694 h 332935"/>
              <a:gd name="connsiteX104" fmla="*/ 1542853 w 1568667"/>
              <a:gd name="connsiteY104" fmla="*/ 30509 h 332935"/>
              <a:gd name="connsiteX105" fmla="*/ 1568668 w 1568667"/>
              <a:gd name="connsiteY105" fmla="*/ 30509 h 332935"/>
              <a:gd name="connsiteX106" fmla="*/ 1568668 w 1568667"/>
              <a:gd name="connsiteY106" fmla="*/ 4694 h 332935"/>
              <a:gd name="connsiteX107" fmla="*/ 1542853 w 1568667"/>
              <a:gd name="connsiteY107" fmla="*/ 4694 h 332935"/>
              <a:gd name="connsiteX108" fmla="*/ 1439592 w 1568667"/>
              <a:gd name="connsiteY108" fmla="*/ 82139 h 332935"/>
              <a:gd name="connsiteX109" fmla="*/ 1465407 w 1568667"/>
              <a:gd name="connsiteY109" fmla="*/ 82139 h 332935"/>
              <a:gd name="connsiteX110" fmla="*/ 1465407 w 1568667"/>
              <a:gd name="connsiteY110" fmla="*/ 56324 h 332935"/>
              <a:gd name="connsiteX111" fmla="*/ 1439592 w 1568667"/>
              <a:gd name="connsiteY111" fmla="*/ 56324 h 332935"/>
              <a:gd name="connsiteX112" fmla="*/ 1439592 w 1568667"/>
              <a:gd name="connsiteY112" fmla="*/ 82139 h 332935"/>
              <a:gd name="connsiteX113" fmla="*/ 1439592 w 1568667"/>
              <a:gd name="connsiteY113" fmla="*/ 30509 h 332935"/>
              <a:gd name="connsiteX114" fmla="*/ 1465407 w 1568667"/>
              <a:gd name="connsiteY114" fmla="*/ 30509 h 332935"/>
              <a:gd name="connsiteX115" fmla="*/ 1465407 w 1568667"/>
              <a:gd name="connsiteY115" fmla="*/ 4694 h 332935"/>
              <a:gd name="connsiteX116" fmla="*/ 1439592 w 1568667"/>
              <a:gd name="connsiteY116" fmla="*/ 4694 h 332935"/>
              <a:gd name="connsiteX117" fmla="*/ 1439592 w 1568667"/>
              <a:gd name="connsiteY117" fmla="*/ 30509 h 332935"/>
              <a:gd name="connsiteX118" fmla="*/ 1491222 w 1568667"/>
              <a:gd name="connsiteY118" fmla="*/ 133770 h 332935"/>
              <a:gd name="connsiteX119" fmla="*/ 1517038 w 1568667"/>
              <a:gd name="connsiteY119" fmla="*/ 133770 h 332935"/>
              <a:gd name="connsiteX120" fmla="*/ 1517038 w 1568667"/>
              <a:gd name="connsiteY120" fmla="*/ 107954 h 332935"/>
              <a:gd name="connsiteX121" fmla="*/ 1491222 w 1568667"/>
              <a:gd name="connsiteY121" fmla="*/ 107954 h 332935"/>
              <a:gd name="connsiteX122" fmla="*/ 1491222 w 1568667"/>
              <a:gd name="connsiteY122" fmla="*/ 133770 h 332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1568667" h="332935">
                <a:moveTo>
                  <a:pt x="823635" y="82735"/>
                </a:moveTo>
                <a:cubicBezTo>
                  <a:pt x="799256" y="82735"/>
                  <a:pt x="763843" y="87779"/>
                  <a:pt x="731653" y="95625"/>
                </a:cubicBezTo>
                <a:lnTo>
                  <a:pt x="731653" y="325545"/>
                </a:lnTo>
                <a:lnTo>
                  <a:pt x="782232" y="325545"/>
                </a:lnTo>
                <a:lnTo>
                  <a:pt x="782232" y="129636"/>
                </a:lnTo>
                <a:cubicBezTo>
                  <a:pt x="796033" y="127325"/>
                  <a:pt x="810289" y="125959"/>
                  <a:pt x="822234" y="125959"/>
                </a:cubicBezTo>
                <a:cubicBezTo>
                  <a:pt x="872813" y="125959"/>
                  <a:pt x="884758" y="143437"/>
                  <a:pt x="884758" y="179761"/>
                </a:cubicBezTo>
                <a:lnTo>
                  <a:pt x="884758" y="325545"/>
                </a:lnTo>
                <a:lnTo>
                  <a:pt x="935337" y="325545"/>
                </a:lnTo>
                <a:lnTo>
                  <a:pt x="935337" y="171039"/>
                </a:lnTo>
                <a:cubicBezTo>
                  <a:pt x="935372" y="115380"/>
                  <a:pt x="908261" y="82735"/>
                  <a:pt x="823635" y="82735"/>
                </a:cubicBezTo>
                <a:close/>
                <a:moveTo>
                  <a:pt x="209709" y="282321"/>
                </a:moveTo>
                <a:cubicBezTo>
                  <a:pt x="195908" y="285088"/>
                  <a:pt x="180741" y="286910"/>
                  <a:pt x="167396" y="286910"/>
                </a:cubicBezTo>
                <a:cubicBezTo>
                  <a:pt x="97481" y="286910"/>
                  <a:pt x="53347" y="246453"/>
                  <a:pt x="53347" y="164138"/>
                </a:cubicBezTo>
                <a:cubicBezTo>
                  <a:pt x="53347" y="88724"/>
                  <a:pt x="94259" y="45956"/>
                  <a:pt x="169673" y="45956"/>
                </a:cubicBezTo>
                <a:cubicBezTo>
                  <a:pt x="201863" y="45956"/>
                  <a:pt x="227153" y="51490"/>
                  <a:pt x="249675" y="58846"/>
                </a:cubicBezTo>
                <a:cubicBezTo>
                  <a:pt x="254264" y="44590"/>
                  <a:pt x="257942" y="27567"/>
                  <a:pt x="258888" y="12400"/>
                </a:cubicBezTo>
                <a:cubicBezTo>
                  <a:pt x="234964" y="4133"/>
                  <a:pt x="205086" y="0"/>
                  <a:pt x="169673" y="0"/>
                </a:cubicBezTo>
                <a:cubicBezTo>
                  <a:pt x="62069" y="0"/>
                  <a:pt x="0" y="59792"/>
                  <a:pt x="0" y="165995"/>
                </a:cubicBezTo>
                <a:cubicBezTo>
                  <a:pt x="0" y="263476"/>
                  <a:pt x="56569" y="332936"/>
                  <a:pt x="163718" y="332936"/>
                </a:cubicBezTo>
                <a:cubicBezTo>
                  <a:pt x="198220" y="332936"/>
                  <a:pt x="234999" y="326491"/>
                  <a:pt x="261199" y="315912"/>
                </a:cubicBezTo>
                <a:lnTo>
                  <a:pt x="261199" y="152194"/>
                </a:lnTo>
                <a:lnTo>
                  <a:pt x="209709" y="152194"/>
                </a:lnTo>
                <a:lnTo>
                  <a:pt x="209709" y="282321"/>
                </a:lnTo>
                <a:close/>
                <a:moveTo>
                  <a:pt x="1086691" y="82735"/>
                </a:moveTo>
                <a:cubicBezTo>
                  <a:pt x="1006233" y="82735"/>
                  <a:pt x="974498" y="136992"/>
                  <a:pt x="974498" y="205506"/>
                </a:cubicBezTo>
                <a:cubicBezTo>
                  <a:pt x="974498" y="284142"/>
                  <a:pt x="1015410" y="331044"/>
                  <a:pt x="1100036" y="331044"/>
                </a:cubicBezTo>
                <a:cubicBezTo>
                  <a:pt x="1127182" y="331044"/>
                  <a:pt x="1151527" y="326911"/>
                  <a:pt x="1174540" y="316333"/>
                </a:cubicBezTo>
                <a:cubicBezTo>
                  <a:pt x="1177762" y="301166"/>
                  <a:pt x="1180529" y="283687"/>
                  <a:pt x="1182351" y="270342"/>
                </a:cubicBezTo>
                <a:cubicBezTo>
                  <a:pt x="1157061" y="281831"/>
                  <a:pt x="1129004" y="287820"/>
                  <a:pt x="1101402" y="287820"/>
                </a:cubicBezTo>
                <a:cubicBezTo>
                  <a:pt x="1056357" y="287820"/>
                  <a:pt x="1032433" y="268030"/>
                  <a:pt x="1025988" y="227118"/>
                </a:cubicBezTo>
                <a:lnTo>
                  <a:pt x="1187395" y="227118"/>
                </a:lnTo>
                <a:cubicBezTo>
                  <a:pt x="1189216" y="213772"/>
                  <a:pt x="1190162" y="202283"/>
                  <a:pt x="1190162" y="188027"/>
                </a:cubicBezTo>
                <a:cubicBezTo>
                  <a:pt x="1190162" y="130092"/>
                  <a:pt x="1158882" y="82735"/>
                  <a:pt x="1086691" y="82735"/>
                </a:cubicBezTo>
                <a:close/>
                <a:moveTo>
                  <a:pt x="1025077" y="184805"/>
                </a:moveTo>
                <a:cubicBezTo>
                  <a:pt x="1029211" y="145714"/>
                  <a:pt x="1048055" y="125013"/>
                  <a:pt x="1083924" y="125013"/>
                </a:cubicBezTo>
                <a:cubicBezTo>
                  <a:pt x="1118881" y="125013"/>
                  <a:pt x="1139092" y="147080"/>
                  <a:pt x="1139092" y="184805"/>
                </a:cubicBezTo>
                <a:lnTo>
                  <a:pt x="1025077" y="184805"/>
                </a:lnTo>
                <a:close/>
                <a:moveTo>
                  <a:pt x="1357558" y="133770"/>
                </a:moveTo>
                <a:cubicBezTo>
                  <a:pt x="1359870" y="120424"/>
                  <a:pt x="1361236" y="106168"/>
                  <a:pt x="1362146" y="90546"/>
                </a:cubicBezTo>
                <a:lnTo>
                  <a:pt x="1282144" y="90546"/>
                </a:lnTo>
                <a:lnTo>
                  <a:pt x="1282144" y="3643"/>
                </a:lnTo>
                <a:cubicBezTo>
                  <a:pt x="1266521" y="3643"/>
                  <a:pt x="1247186" y="5955"/>
                  <a:pt x="1231564" y="10999"/>
                </a:cubicBezTo>
                <a:lnTo>
                  <a:pt x="1231564" y="252443"/>
                </a:lnTo>
                <a:cubicBezTo>
                  <a:pt x="1231564" y="308557"/>
                  <a:pt x="1262844" y="331079"/>
                  <a:pt x="1312022" y="331079"/>
                </a:cubicBezTo>
                <a:cubicBezTo>
                  <a:pt x="1326278" y="331079"/>
                  <a:pt x="1340990" y="329258"/>
                  <a:pt x="1354791" y="323723"/>
                </a:cubicBezTo>
                <a:cubicBezTo>
                  <a:pt x="1357558" y="310378"/>
                  <a:pt x="1359379" y="294756"/>
                  <a:pt x="1360780" y="280955"/>
                </a:cubicBezTo>
                <a:cubicBezTo>
                  <a:pt x="1349747" y="285088"/>
                  <a:pt x="1335946" y="287855"/>
                  <a:pt x="1321234" y="287855"/>
                </a:cubicBezTo>
                <a:cubicBezTo>
                  <a:pt x="1296855" y="287855"/>
                  <a:pt x="1282144" y="276366"/>
                  <a:pt x="1282144" y="246453"/>
                </a:cubicBezTo>
                <a:lnTo>
                  <a:pt x="1282144" y="133770"/>
                </a:lnTo>
                <a:lnTo>
                  <a:pt x="1357558" y="133770"/>
                </a:lnTo>
                <a:close/>
                <a:moveTo>
                  <a:pt x="690285" y="133770"/>
                </a:moveTo>
                <a:cubicBezTo>
                  <a:pt x="692597" y="120424"/>
                  <a:pt x="693963" y="106168"/>
                  <a:pt x="694874" y="90546"/>
                </a:cubicBezTo>
                <a:lnTo>
                  <a:pt x="614871" y="90546"/>
                </a:lnTo>
                <a:lnTo>
                  <a:pt x="614871" y="3643"/>
                </a:lnTo>
                <a:cubicBezTo>
                  <a:pt x="599249" y="3643"/>
                  <a:pt x="579914" y="5955"/>
                  <a:pt x="564292" y="10999"/>
                </a:cubicBezTo>
                <a:lnTo>
                  <a:pt x="564292" y="252443"/>
                </a:lnTo>
                <a:cubicBezTo>
                  <a:pt x="564292" y="308557"/>
                  <a:pt x="595571" y="331079"/>
                  <a:pt x="644750" y="331079"/>
                </a:cubicBezTo>
                <a:cubicBezTo>
                  <a:pt x="659006" y="331079"/>
                  <a:pt x="673717" y="329258"/>
                  <a:pt x="687518" y="323723"/>
                </a:cubicBezTo>
                <a:cubicBezTo>
                  <a:pt x="690285" y="310378"/>
                  <a:pt x="692107" y="294756"/>
                  <a:pt x="693508" y="280955"/>
                </a:cubicBezTo>
                <a:cubicBezTo>
                  <a:pt x="682474" y="285088"/>
                  <a:pt x="668673" y="287855"/>
                  <a:pt x="653962" y="287855"/>
                </a:cubicBezTo>
                <a:cubicBezTo>
                  <a:pt x="629583" y="287855"/>
                  <a:pt x="614871" y="276366"/>
                  <a:pt x="614871" y="246453"/>
                </a:cubicBezTo>
                <a:lnTo>
                  <a:pt x="614871" y="133770"/>
                </a:lnTo>
                <a:lnTo>
                  <a:pt x="690285" y="133770"/>
                </a:lnTo>
                <a:close/>
                <a:moveTo>
                  <a:pt x="419418" y="82735"/>
                </a:moveTo>
                <a:cubicBezTo>
                  <a:pt x="338960" y="82735"/>
                  <a:pt x="307226" y="136992"/>
                  <a:pt x="307226" y="205506"/>
                </a:cubicBezTo>
                <a:cubicBezTo>
                  <a:pt x="307226" y="284142"/>
                  <a:pt x="348138" y="331044"/>
                  <a:pt x="432764" y="331044"/>
                </a:cubicBezTo>
                <a:cubicBezTo>
                  <a:pt x="459910" y="331044"/>
                  <a:pt x="484254" y="326911"/>
                  <a:pt x="507267" y="316333"/>
                </a:cubicBezTo>
                <a:cubicBezTo>
                  <a:pt x="510490" y="301166"/>
                  <a:pt x="513257" y="283687"/>
                  <a:pt x="515078" y="270342"/>
                </a:cubicBezTo>
                <a:cubicBezTo>
                  <a:pt x="489788" y="281831"/>
                  <a:pt x="461731" y="287820"/>
                  <a:pt x="434130" y="287820"/>
                </a:cubicBezTo>
                <a:cubicBezTo>
                  <a:pt x="389085" y="287820"/>
                  <a:pt x="365161" y="268030"/>
                  <a:pt x="358716" y="227118"/>
                </a:cubicBezTo>
                <a:lnTo>
                  <a:pt x="520122" y="227118"/>
                </a:lnTo>
                <a:cubicBezTo>
                  <a:pt x="521944" y="213772"/>
                  <a:pt x="522889" y="202283"/>
                  <a:pt x="522889" y="188027"/>
                </a:cubicBezTo>
                <a:cubicBezTo>
                  <a:pt x="522889" y="130092"/>
                  <a:pt x="491610" y="82735"/>
                  <a:pt x="419418" y="82735"/>
                </a:cubicBezTo>
                <a:close/>
                <a:moveTo>
                  <a:pt x="357770" y="184805"/>
                </a:moveTo>
                <a:cubicBezTo>
                  <a:pt x="361903" y="145714"/>
                  <a:pt x="380748" y="125013"/>
                  <a:pt x="416616" y="125013"/>
                </a:cubicBezTo>
                <a:cubicBezTo>
                  <a:pt x="451574" y="125013"/>
                  <a:pt x="471784" y="147080"/>
                  <a:pt x="471784" y="184805"/>
                </a:cubicBezTo>
                <a:lnTo>
                  <a:pt x="357770" y="184805"/>
                </a:lnTo>
                <a:close/>
                <a:moveTo>
                  <a:pt x="1542853" y="133770"/>
                </a:moveTo>
                <a:lnTo>
                  <a:pt x="1568668" y="133770"/>
                </a:lnTo>
                <a:lnTo>
                  <a:pt x="1568668" y="107954"/>
                </a:lnTo>
                <a:lnTo>
                  <a:pt x="1542853" y="107954"/>
                </a:lnTo>
                <a:lnTo>
                  <a:pt x="1542853" y="133770"/>
                </a:lnTo>
                <a:close/>
                <a:moveTo>
                  <a:pt x="1542853" y="82139"/>
                </a:moveTo>
                <a:lnTo>
                  <a:pt x="1568668" y="82139"/>
                </a:lnTo>
                <a:lnTo>
                  <a:pt x="1568668" y="56324"/>
                </a:lnTo>
                <a:lnTo>
                  <a:pt x="1542853" y="56324"/>
                </a:lnTo>
                <a:lnTo>
                  <a:pt x="1542853" y="82139"/>
                </a:lnTo>
                <a:close/>
                <a:moveTo>
                  <a:pt x="1491222" y="30509"/>
                </a:moveTo>
                <a:lnTo>
                  <a:pt x="1517038" y="30509"/>
                </a:lnTo>
                <a:lnTo>
                  <a:pt x="1517038" y="4694"/>
                </a:lnTo>
                <a:lnTo>
                  <a:pt x="1491222" y="4694"/>
                </a:lnTo>
                <a:lnTo>
                  <a:pt x="1491222" y="30509"/>
                </a:lnTo>
                <a:close/>
                <a:moveTo>
                  <a:pt x="1439592" y="133770"/>
                </a:moveTo>
                <a:lnTo>
                  <a:pt x="1465407" y="133770"/>
                </a:lnTo>
                <a:lnTo>
                  <a:pt x="1465407" y="107954"/>
                </a:lnTo>
                <a:lnTo>
                  <a:pt x="1439592" y="107954"/>
                </a:lnTo>
                <a:lnTo>
                  <a:pt x="1439592" y="133770"/>
                </a:lnTo>
                <a:close/>
                <a:moveTo>
                  <a:pt x="1491222" y="82139"/>
                </a:moveTo>
                <a:lnTo>
                  <a:pt x="1517038" y="82139"/>
                </a:lnTo>
                <a:lnTo>
                  <a:pt x="1517038" y="56324"/>
                </a:lnTo>
                <a:lnTo>
                  <a:pt x="1491222" y="56324"/>
                </a:lnTo>
                <a:lnTo>
                  <a:pt x="1491222" y="82139"/>
                </a:lnTo>
                <a:close/>
                <a:moveTo>
                  <a:pt x="1542853" y="4694"/>
                </a:moveTo>
                <a:lnTo>
                  <a:pt x="1542853" y="30509"/>
                </a:lnTo>
                <a:lnTo>
                  <a:pt x="1568668" y="30509"/>
                </a:lnTo>
                <a:lnTo>
                  <a:pt x="1568668" y="4694"/>
                </a:lnTo>
                <a:lnTo>
                  <a:pt x="1542853" y="4694"/>
                </a:lnTo>
                <a:close/>
                <a:moveTo>
                  <a:pt x="1439592" y="82139"/>
                </a:moveTo>
                <a:lnTo>
                  <a:pt x="1465407" y="82139"/>
                </a:lnTo>
                <a:lnTo>
                  <a:pt x="1465407" y="56324"/>
                </a:lnTo>
                <a:lnTo>
                  <a:pt x="1439592" y="56324"/>
                </a:lnTo>
                <a:lnTo>
                  <a:pt x="1439592" y="82139"/>
                </a:lnTo>
                <a:close/>
                <a:moveTo>
                  <a:pt x="1439592" y="30509"/>
                </a:moveTo>
                <a:lnTo>
                  <a:pt x="1465407" y="30509"/>
                </a:lnTo>
                <a:lnTo>
                  <a:pt x="1465407" y="4694"/>
                </a:lnTo>
                <a:lnTo>
                  <a:pt x="1439592" y="4694"/>
                </a:lnTo>
                <a:lnTo>
                  <a:pt x="1439592" y="30509"/>
                </a:lnTo>
                <a:close/>
                <a:moveTo>
                  <a:pt x="1491222" y="133770"/>
                </a:moveTo>
                <a:lnTo>
                  <a:pt x="1517038" y="133770"/>
                </a:lnTo>
                <a:lnTo>
                  <a:pt x="1517038" y="107954"/>
                </a:lnTo>
                <a:lnTo>
                  <a:pt x="1491222" y="107954"/>
                </a:lnTo>
                <a:lnTo>
                  <a:pt x="1491222" y="133770"/>
                </a:lnTo>
                <a:close/>
              </a:path>
            </a:pathLst>
          </a:custGeom>
          <a:solidFill>
            <a:schemeClr val="accent1"/>
          </a:solidFill>
          <a:ln w="3492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3852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arcador de posición de imagen 22">
            <a:extLst>
              <a:ext uri="{FF2B5EF4-FFF2-40B4-BE49-F238E27FC236}">
                <a16:creationId xmlns:a16="http://schemas.microsoft.com/office/drawing/2014/main" id="{11CCC11B-CEC8-23CE-7D80-7D3506E0FE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4888" y="1394346"/>
            <a:ext cx="3905250" cy="3748060"/>
          </a:xfrm>
          <a:custGeom>
            <a:avLst/>
            <a:gdLst>
              <a:gd name="connsiteX0" fmla="*/ 0 w 3905250"/>
              <a:gd name="connsiteY0" fmla="*/ 0 h 3748060"/>
              <a:gd name="connsiteX1" fmla="*/ 3905250 w 3905250"/>
              <a:gd name="connsiteY1" fmla="*/ 0 h 3748060"/>
              <a:gd name="connsiteX2" fmla="*/ 3905250 w 3905250"/>
              <a:gd name="connsiteY2" fmla="*/ 3146566 h 3748060"/>
              <a:gd name="connsiteX3" fmla="*/ 3303756 w 3905250"/>
              <a:gd name="connsiteY3" fmla="*/ 3748060 h 3748060"/>
              <a:gd name="connsiteX4" fmla="*/ 0 w 3905250"/>
              <a:gd name="connsiteY4" fmla="*/ 3748060 h 3748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5250" h="3748060">
                <a:moveTo>
                  <a:pt x="0" y="0"/>
                </a:moveTo>
                <a:lnTo>
                  <a:pt x="3905250" y="0"/>
                </a:lnTo>
                <a:lnTo>
                  <a:pt x="3905250" y="3146566"/>
                </a:lnTo>
                <a:lnTo>
                  <a:pt x="3303756" y="3748060"/>
                </a:lnTo>
                <a:lnTo>
                  <a:pt x="0" y="374806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14" name="object 23">
            <a:extLst>
              <a:ext uri="{FF2B5EF4-FFF2-40B4-BE49-F238E27FC236}">
                <a16:creationId xmlns:a16="http://schemas.microsoft.com/office/drawing/2014/main" id="{2BDB6F84-84CD-6132-0BD0-C8C20AF8A1F6}"/>
              </a:ext>
            </a:extLst>
          </p:cNvPr>
          <p:cNvSpPr txBox="1"/>
          <p:nvPr userDrawn="1"/>
        </p:nvSpPr>
        <p:spPr>
          <a:xfrm>
            <a:off x="6856433" y="1433923"/>
            <a:ext cx="506167" cy="198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">
                <a:solidFill>
                  <a:srgbClr val="9D9D9C"/>
                </a:solidFill>
                <a:latin typeface="Santander Micro Text"/>
                <a:cs typeface="Santander Micro Text"/>
              </a:rPr>
              <a:t>Índice</a:t>
            </a:r>
            <a:endParaRPr sz="2300">
              <a:latin typeface="Santander Micro Text"/>
              <a:cs typeface="Santander Micro Text"/>
            </a:endParaRPr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04EE6887-069B-195F-1D41-ADA779921C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6433" y="1935451"/>
            <a:ext cx="3060700" cy="8223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60000" indent="-360000">
              <a:lnSpc>
                <a:spcPct val="100000"/>
              </a:lnSpc>
              <a:spcBef>
                <a:spcPts val="2200"/>
              </a:spcBef>
              <a:buFont typeface="+mj-lt"/>
              <a:buAutoNum type="arabicPeriod"/>
              <a:defRPr lang="es-ES" sz="1800" b="1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buNone/>
              <a:defRPr lang="es-ES" sz="1800" b="1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buNone/>
              <a:defRPr lang="es-ES" sz="1800" b="1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buNone/>
              <a:defRPr lang="es-ES" sz="1800" b="1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buNone/>
              <a:defRPr lang="en-GB" sz="1800" b="1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5424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>
            <a:extLst>
              <a:ext uri="{FF2B5EF4-FFF2-40B4-BE49-F238E27FC236}">
                <a16:creationId xmlns:a16="http://schemas.microsoft.com/office/drawing/2014/main" id="{8914706B-49C2-FC44-BAA8-677401FE32E0}"/>
              </a:ext>
            </a:extLst>
          </p:cNvPr>
          <p:cNvSpPr/>
          <p:nvPr userDrawn="1"/>
        </p:nvSpPr>
        <p:spPr>
          <a:xfrm>
            <a:off x="11087100" y="5771646"/>
            <a:ext cx="1104900" cy="1086353"/>
          </a:xfrm>
          <a:custGeom>
            <a:avLst/>
            <a:gdLst/>
            <a:ahLst/>
            <a:cxnLst/>
            <a:rect l="l" t="t" r="r" b="b"/>
            <a:pathLst>
              <a:path w="1853565" h="1822450">
                <a:moveTo>
                  <a:pt x="1853346" y="0"/>
                </a:moveTo>
                <a:lnTo>
                  <a:pt x="10470" y="1821934"/>
                </a:lnTo>
                <a:lnTo>
                  <a:pt x="0" y="1821934"/>
                </a:lnTo>
                <a:lnTo>
                  <a:pt x="1853346" y="1821934"/>
                </a:lnTo>
                <a:lnTo>
                  <a:pt x="18533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43398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 txt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arcador de texto 26">
            <a:extLst>
              <a:ext uri="{FF2B5EF4-FFF2-40B4-BE49-F238E27FC236}">
                <a16:creationId xmlns:a16="http://schemas.microsoft.com/office/drawing/2014/main" id="{C7375ED2-D491-35D6-067E-BF2DFC3491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4350" y="1472973"/>
            <a:ext cx="2703513" cy="39188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s-ES" sz="4500" b="1" kern="1200" spc="-6" dirty="0" smtClean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 marL="457200" indent="0">
              <a:buNone/>
              <a:defRPr lang="es-ES" sz="4518" b="1" kern="1200" spc="-6" dirty="0" smtClean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2pPr>
            <a:lvl3pPr marL="914400" indent="0">
              <a:buNone/>
              <a:defRPr lang="es-ES" sz="4518" b="1" kern="1200" spc="-6" dirty="0" smtClean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3pPr>
            <a:lvl4pPr marL="1371600" indent="0">
              <a:buNone/>
              <a:defRPr lang="es-ES" sz="4518" b="1" kern="1200" spc="-6" dirty="0" smtClean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4pPr>
            <a:lvl5pPr marL="1828800" indent="0">
              <a:buNone/>
              <a:defRPr lang="en-GB" sz="4518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4F14E732-6E59-DD45-C6C1-1FAF02C047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99439" y="1091256"/>
            <a:ext cx="4257675" cy="430053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lnSpc>
                <a:spcPct val="100000"/>
              </a:lnSpc>
              <a:spcBef>
                <a:spcPts val="600"/>
              </a:spcBef>
              <a:buNone/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lnSpc>
                <a:spcPct val="100000"/>
              </a:lnSpc>
              <a:spcBef>
                <a:spcPts val="600"/>
              </a:spcBef>
              <a:buNone/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lnSpc>
                <a:spcPct val="100000"/>
              </a:lnSpc>
              <a:spcBef>
                <a:spcPts val="600"/>
              </a:spcBef>
              <a:buNone/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lnSpc>
                <a:spcPct val="100000"/>
              </a:lnSpc>
              <a:spcBef>
                <a:spcPts val="600"/>
              </a:spcBef>
              <a:buNone/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20" name="Marcador de posición de imagen 19">
            <a:extLst>
              <a:ext uri="{FF2B5EF4-FFF2-40B4-BE49-F238E27FC236}">
                <a16:creationId xmlns:a16="http://schemas.microsoft.com/office/drawing/2014/main" id="{985B7BDB-D14E-F285-8A5D-25DF4C59F4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38690" y="0"/>
            <a:ext cx="2723972" cy="4546366"/>
          </a:xfrm>
          <a:custGeom>
            <a:avLst/>
            <a:gdLst>
              <a:gd name="connsiteX0" fmla="*/ 0 w 2723972"/>
              <a:gd name="connsiteY0" fmla="*/ 0 h 4546366"/>
              <a:gd name="connsiteX1" fmla="*/ 2723972 w 2723972"/>
              <a:gd name="connsiteY1" fmla="*/ 0 h 4546366"/>
              <a:gd name="connsiteX2" fmla="*/ 2723972 w 2723972"/>
              <a:gd name="connsiteY2" fmla="*/ 3738978 h 4546366"/>
              <a:gd name="connsiteX3" fmla="*/ 1907304 w 2723972"/>
              <a:gd name="connsiteY3" fmla="*/ 4546366 h 4546366"/>
              <a:gd name="connsiteX4" fmla="*/ 0 w 2723972"/>
              <a:gd name="connsiteY4" fmla="*/ 4546366 h 4546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23972" h="4546366">
                <a:moveTo>
                  <a:pt x="0" y="0"/>
                </a:moveTo>
                <a:lnTo>
                  <a:pt x="2723972" y="0"/>
                </a:lnTo>
                <a:lnTo>
                  <a:pt x="2723972" y="3738978"/>
                </a:lnTo>
                <a:lnTo>
                  <a:pt x="1907304" y="4546366"/>
                </a:lnTo>
                <a:lnTo>
                  <a:pt x="0" y="454636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9AA1-9ACD-AC04-A8C4-25B285AE5E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4350" y="892969"/>
            <a:ext cx="2703513" cy="45172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1395" kern="1200" dirty="0" smtClean="0">
                <a:solidFill>
                  <a:srgbClr val="7B8AB0"/>
                </a:solidFill>
                <a:latin typeface="Santander Micro Text"/>
                <a:ea typeface="+mj-ea"/>
                <a:cs typeface="Santander Micro Tex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rgbClr val="F3F3F3"/>
                </a:solidFill>
                <a:latin typeface="Santander Micro Text" panose="020B0504020201010104" pitchFamily="34" charset="0"/>
                <a:cs typeface="Santander Micro Text" panose="020B0504020201010104" pitchFamily="34" charset="0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rgbClr val="F3F3F3"/>
                </a:solidFill>
                <a:latin typeface="Santander Micro Text" panose="020B0504020201010104" pitchFamily="34" charset="0"/>
                <a:cs typeface="Santander Micro Text" panose="020B0504020201010104" pitchFamily="34" charset="0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rgbClr val="F3F3F3"/>
                </a:solidFill>
                <a:latin typeface="Santander Micro Text" panose="020B0504020201010104" pitchFamily="34" charset="0"/>
                <a:cs typeface="Santander Micro Text" panose="020B0504020201010104" pitchFamily="34" charset="0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rgbClr val="F3F3F3"/>
                </a:solidFill>
                <a:latin typeface="Santander Micro Text" panose="020B0504020201010104" pitchFamily="34" charset="0"/>
                <a:cs typeface="Santander Micro Text" panose="020B0504020201010104" pitchFamily="34" charset="0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3719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Interior txt en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uadroTexto 36">
            <a:extLst>
              <a:ext uri="{FF2B5EF4-FFF2-40B4-BE49-F238E27FC236}">
                <a16:creationId xmlns:a16="http://schemas.microsoft.com/office/drawing/2014/main" id="{50777E22-AF5C-733E-444A-F36C8C7D6AAC}"/>
              </a:ext>
            </a:extLst>
          </p:cNvPr>
          <p:cNvSpPr txBox="1"/>
          <p:nvPr userDrawn="1"/>
        </p:nvSpPr>
        <p:spPr>
          <a:xfrm>
            <a:off x="1666523" y="1202337"/>
            <a:ext cx="1857375" cy="1862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ES" sz="11500" b="1" kern="1200" spc="-25">
                <a:solidFill>
                  <a:schemeClr val="accent2"/>
                </a:solidFill>
                <a:latin typeface="Santander Headline"/>
                <a:ea typeface="+mn-ea"/>
              </a:rPr>
              <a:t>01</a:t>
            </a:r>
            <a:endParaRPr lang="en-GB" sz="11500" b="1" kern="1200" spc="-25">
              <a:solidFill>
                <a:schemeClr val="accent2"/>
              </a:solidFill>
              <a:latin typeface="Santander Headline"/>
              <a:ea typeface="+mn-ea"/>
            </a:endParaRPr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CAC998B4-52E9-4283-830E-0051E71214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6523" y="2941638"/>
            <a:ext cx="2042054" cy="24892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lang="es-ES" sz="1400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lnSpc>
                <a:spcPct val="110000"/>
              </a:lnSpc>
              <a:buNone/>
              <a:defRPr lang="en-GB" sz="1304" kern="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23" name="Marcador de texto 21">
            <a:extLst>
              <a:ext uri="{FF2B5EF4-FFF2-40B4-BE49-F238E27FC236}">
                <a16:creationId xmlns:a16="http://schemas.microsoft.com/office/drawing/2014/main" id="{53BC03D4-583C-724E-9221-551293D7E7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9449" y="2941638"/>
            <a:ext cx="2042054" cy="24892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lang="es-ES" sz="1400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lnSpc>
                <a:spcPct val="110000"/>
              </a:lnSpc>
              <a:buNone/>
              <a:defRPr lang="en-GB" sz="1304" kern="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24" name="Marcador de texto 21">
            <a:extLst>
              <a:ext uri="{FF2B5EF4-FFF2-40B4-BE49-F238E27FC236}">
                <a16:creationId xmlns:a16="http://schemas.microsoft.com/office/drawing/2014/main" id="{FFDC9D0D-85F5-A0E1-226E-FC612C5111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2375" y="2941638"/>
            <a:ext cx="2042054" cy="24892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lang="es-ES" sz="1400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lnSpc>
                <a:spcPct val="110000"/>
              </a:lnSpc>
              <a:buNone/>
              <a:defRPr lang="en-GB" sz="1304" kern="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25" name="Marcador de texto 21">
            <a:extLst>
              <a:ext uri="{FF2B5EF4-FFF2-40B4-BE49-F238E27FC236}">
                <a16:creationId xmlns:a16="http://schemas.microsoft.com/office/drawing/2014/main" id="{6E8A19C0-69C9-85FE-9AF4-8F37C34C38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75301" y="2941638"/>
            <a:ext cx="2042054" cy="24892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lang="es-ES" sz="1400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lnSpc>
                <a:spcPct val="110000"/>
              </a:lnSpc>
              <a:buNone/>
              <a:defRPr lang="en-GB" sz="1304" kern="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26" name="Marcador de texto 21">
            <a:extLst>
              <a:ext uri="{FF2B5EF4-FFF2-40B4-BE49-F238E27FC236}">
                <a16:creationId xmlns:a16="http://schemas.microsoft.com/office/drawing/2014/main" id="{3867D17C-222E-9745-88E7-64CF87671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66523" y="535716"/>
            <a:ext cx="2042054" cy="775597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1400" kern="0" dirty="0" smtClean="0">
                <a:solidFill>
                  <a:schemeClr val="accent1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lnSpc>
                <a:spcPct val="110000"/>
              </a:lnSpc>
              <a:buNone/>
              <a:defRPr lang="en-GB" sz="1304" kern="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27" name="Marcador de texto 21">
            <a:extLst>
              <a:ext uri="{FF2B5EF4-FFF2-40B4-BE49-F238E27FC236}">
                <a16:creationId xmlns:a16="http://schemas.microsoft.com/office/drawing/2014/main" id="{C839452A-C782-A1B4-628E-B868B01823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69449" y="535716"/>
            <a:ext cx="2042054" cy="775597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1400" kern="0" dirty="0" smtClean="0">
                <a:solidFill>
                  <a:schemeClr val="accent1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lnSpc>
                <a:spcPct val="110000"/>
              </a:lnSpc>
              <a:buNone/>
              <a:defRPr lang="en-GB" sz="1304" kern="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28" name="Marcador de texto 21">
            <a:extLst>
              <a:ext uri="{FF2B5EF4-FFF2-40B4-BE49-F238E27FC236}">
                <a16:creationId xmlns:a16="http://schemas.microsoft.com/office/drawing/2014/main" id="{1EC6CEDC-7DC6-9AC9-90BB-F5405CB435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2375" y="535716"/>
            <a:ext cx="2042054" cy="775597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1400" kern="0" dirty="0" smtClean="0">
                <a:solidFill>
                  <a:schemeClr val="accent1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lnSpc>
                <a:spcPct val="110000"/>
              </a:lnSpc>
              <a:buNone/>
              <a:defRPr lang="en-GB" sz="1304" kern="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29" name="Marcador de texto 21">
            <a:extLst>
              <a:ext uri="{FF2B5EF4-FFF2-40B4-BE49-F238E27FC236}">
                <a16:creationId xmlns:a16="http://schemas.microsoft.com/office/drawing/2014/main" id="{47B7B30C-7D22-435A-A8AE-0A9E2B072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75301" y="535716"/>
            <a:ext cx="2042054" cy="775597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1400" kern="0" dirty="0" smtClean="0">
                <a:solidFill>
                  <a:schemeClr val="accent1"/>
                </a:solidFill>
                <a:latin typeface="Santander Micro Text"/>
                <a:ea typeface="+mn-ea"/>
                <a:cs typeface="Santander Micro Text"/>
              </a:defRPr>
            </a:lvl1pPr>
            <a:lvl2pPr marL="4572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 marL="9144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 marL="1371600" indent="0">
              <a:lnSpc>
                <a:spcPct val="110000"/>
              </a:lnSpc>
              <a:buNone/>
              <a:defRPr lang="es-ES" sz="1304" kern="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 marL="1828800" indent="0">
              <a:lnSpc>
                <a:spcPct val="110000"/>
              </a:lnSpc>
              <a:buNone/>
              <a:defRPr lang="en-GB" sz="1304" kern="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A094F27-DC8F-BB0F-CA98-8BBC1A5C71DB}"/>
              </a:ext>
            </a:extLst>
          </p:cNvPr>
          <p:cNvSpPr txBox="1"/>
          <p:nvPr userDrawn="1"/>
        </p:nvSpPr>
        <p:spPr>
          <a:xfrm>
            <a:off x="4066823" y="1202337"/>
            <a:ext cx="1857375" cy="1862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ES" sz="11500" b="1" kern="1200" spc="-25" dirty="0">
                <a:solidFill>
                  <a:schemeClr val="accent2"/>
                </a:solidFill>
                <a:latin typeface="Santander Headline"/>
                <a:ea typeface="+mn-ea"/>
              </a:rPr>
              <a:t>02</a:t>
            </a:r>
            <a:endParaRPr lang="en-GB" sz="11500" b="1" kern="1200" spc="-25" dirty="0">
              <a:solidFill>
                <a:schemeClr val="accent2"/>
              </a:solidFill>
              <a:latin typeface="Santander Headline"/>
              <a:ea typeface="+mn-ea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6001D9E0-4CDC-CB6F-43A8-BB9E5F5E1098}"/>
              </a:ext>
            </a:extLst>
          </p:cNvPr>
          <p:cNvSpPr txBox="1"/>
          <p:nvPr userDrawn="1"/>
        </p:nvSpPr>
        <p:spPr>
          <a:xfrm>
            <a:off x="6467123" y="1202337"/>
            <a:ext cx="1857375" cy="1862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ES" sz="11500" b="1" kern="1200" spc="-25">
                <a:solidFill>
                  <a:schemeClr val="accent2"/>
                </a:solidFill>
                <a:latin typeface="Santander Headline"/>
                <a:ea typeface="+mn-ea"/>
              </a:rPr>
              <a:t>03</a:t>
            </a:r>
            <a:endParaRPr lang="en-GB" sz="11500" b="1" kern="1200" spc="-25">
              <a:solidFill>
                <a:schemeClr val="accent2"/>
              </a:solidFill>
              <a:latin typeface="Santander Headline"/>
              <a:ea typeface="+mn-ea"/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B24B41BA-6057-9FF0-1769-8E331B68C775}"/>
              </a:ext>
            </a:extLst>
          </p:cNvPr>
          <p:cNvSpPr txBox="1"/>
          <p:nvPr userDrawn="1"/>
        </p:nvSpPr>
        <p:spPr>
          <a:xfrm>
            <a:off x="8867423" y="1202337"/>
            <a:ext cx="1857375" cy="1862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ES" sz="11500" b="1" kern="1200" spc="-25" dirty="0">
                <a:solidFill>
                  <a:schemeClr val="accent2"/>
                </a:solidFill>
                <a:latin typeface="Santander Headline"/>
                <a:ea typeface="+mn-ea"/>
              </a:rPr>
              <a:t>04</a:t>
            </a:r>
            <a:endParaRPr lang="en-GB" sz="11500" b="1" kern="1200" spc="-25" dirty="0">
              <a:solidFill>
                <a:schemeClr val="accent2"/>
              </a:solidFill>
              <a:latin typeface="Santander Headline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56682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 txt columnas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arcador de posición de imagen 28">
            <a:extLst>
              <a:ext uri="{FF2B5EF4-FFF2-40B4-BE49-F238E27FC236}">
                <a16:creationId xmlns:a16="http://schemas.microsoft.com/office/drawing/2014/main" id="{27544430-818C-3DA6-4327-D1EF3105C4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42114" y="768350"/>
            <a:ext cx="4933949" cy="4933206"/>
          </a:xfrm>
          <a:custGeom>
            <a:avLst/>
            <a:gdLst>
              <a:gd name="connsiteX0" fmla="*/ 0 w 4933949"/>
              <a:gd name="connsiteY0" fmla="*/ 0 h 4933206"/>
              <a:gd name="connsiteX1" fmla="*/ 4933949 w 4933949"/>
              <a:gd name="connsiteY1" fmla="*/ 0 h 4933206"/>
              <a:gd name="connsiteX2" fmla="*/ 4933949 w 4933949"/>
              <a:gd name="connsiteY2" fmla="*/ 4421964 h 4933206"/>
              <a:gd name="connsiteX3" fmla="*/ 4416831 w 4933949"/>
              <a:gd name="connsiteY3" fmla="*/ 4933206 h 4933206"/>
              <a:gd name="connsiteX4" fmla="*/ 0 w 4933949"/>
              <a:gd name="connsiteY4" fmla="*/ 4933206 h 4933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3949" h="4933206">
                <a:moveTo>
                  <a:pt x="0" y="0"/>
                </a:moveTo>
                <a:lnTo>
                  <a:pt x="4933949" y="0"/>
                </a:lnTo>
                <a:lnTo>
                  <a:pt x="4933949" y="4421964"/>
                </a:lnTo>
                <a:lnTo>
                  <a:pt x="4416831" y="4933206"/>
                </a:lnTo>
                <a:lnTo>
                  <a:pt x="0" y="4933206"/>
                </a:lnTo>
                <a:close/>
              </a:path>
            </a:pathLst>
          </a:custGeom>
        </p:spPr>
        <p:txBody>
          <a:bodyPr vert="horz" lIns="91440" tIns="45720" rIns="91440" bIns="45720"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GB" sz="1400">
                <a:solidFill>
                  <a:schemeClr val="tx2"/>
                </a:solidFill>
              </a:defRPr>
            </a:lvl1pPr>
          </a:lstStyle>
          <a:p>
            <a:pPr marL="228600" lvl="0" indent="-228600"/>
            <a:endParaRPr lang="en-GB"/>
          </a:p>
        </p:txBody>
      </p:sp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E569C124-E2F8-7CCD-CC33-A9E94AED90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43325" y="3044081"/>
            <a:ext cx="2697163" cy="26574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0B957B10-7EE2-055A-ED56-5BE18DC700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4018" y="3715586"/>
            <a:ext cx="2696411" cy="19859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F0B91D2B-98DA-52C5-DDDB-034A815736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4057" y="767608"/>
            <a:ext cx="2696411" cy="19859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3F4C8E56-8823-9C49-7F47-C80289D356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018" y="767608"/>
            <a:ext cx="2696411" cy="26328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7702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None/>
              <a:defRPr lang="en-GB" sz="44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96E590C-78C8-5FD8-5D24-59E2ECD63E06}"/>
              </a:ext>
            </a:extLst>
          </p:cNvPr>
          <p:cNvSpPr/>
          <p:nvPr userDrawn="1"/>
        </p:nvSpPr>
        <p:spPr>
          <a:xfrm>
            <a:off x="4859383" y="6531429"/>
            <a:ext cx="2438400" cy="32657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041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 foto + txt en bloques de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Marcador de posición de imagen 31">
            <a:extLst>
              <a:ext uri="{FF2B5EF4-FFF2-40B4-BE49-F238E27FC236}">
                <a16:creationId xmlns:a16="http://schemas.microsoft.com/office/drawing/2014/main" id="{940AAC6F-0EBD-2BB6-C76A-6265A0FEE8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2612" y="904876"/>
            <a:ext cx="4933626" cy="4933707"/>
          </a:xfrm>
          <a:custGeom>
            <a:avLst/>
            <a:gdLst>
              <a:gd name="connsiteX0" fmla="*/ 0 w 4933626"/>
              <a:gd name="connsiteY0" fmla="*/ 0 h 4933707"/>
              <a:gd name="connsiteX1" fmla="*/ 4933626 w 4933626"/>
              <a:gd name="connsiteY1" fmla="*/ 0 h 4933707"/>
              <a:gd name="connsiteX2" fmla="*/ 4933626 w 4933626"/>
              <a:gd name="connsiteY2" fmla="*/ 4093561 h 4933707"/>
              <a:gd name="connsiteX3" fmla="*/ 4093480 w 4933626"/>
              <a:gd name="connsiteY3" fmla="*/ 4933707 h 4933707"/>
              <a:gd name="connsiteX4" fmla="*/ 0 w 4933626"/>
              <a:gd name="connsiteY4" fmla="*/ 4933707 h 4933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3626" h="4933707">
                <a:moveTo>
                  <a:pt x="0" y="0"/>
                </a:moveTo>
                <a:lnTo>
                  <a:pt x="4933626" y="0"/>
                </a:lnTo>
                <a:lnTo>
                  <a:pt x="4933626" y="4093561"/>
                </a:lnTo>
                <a:lnTo>
                  <a:pt x="4093480" y="4933707"/>
                </a:lnTo>
                <a:lnTo>
                  <a:pt x="0" y="493370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103808D2-B2B2-F82F-C48B-8C4D3C96ED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64448" y="5345082"/>
            <a:ext cx="5824123" cy="2267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buNone/>
              <a:defRPr lang="es-ES" sz="900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1pPr>
            <a:lvl2pPr marL="4572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 marL="9144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 marL="13716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 marL="1828800" indent="0">
              <a:buNone/>
              <a:defRPr lang="en-GB" sz="546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E3A78EC6-E7B3-2D67-6718-253039CE0811}"/>
              </a:ext>
            </a:extLst>
          </p:cNvPr>
          <p:cNvSpPr/>
          <p:nvPr userDrawn="1"/>
        </p:nvSpPr>
        <p:spPr>
          <a:xfrm>
            <a:off x="5772150" y="904634"/>
            <a:ext cx="2734535" cy="4105461"/>
          </a:xfrm>
          <a:custGeom>
            <a:avLst/>
            <a:gdLst/>
            <a:ahLst/>
            <a:cxnLst/>
            <a:rect l="l" t="t" r="r" b="b"/>
            <a:pathLst>
              <a:path w="4509134" h="6769734">
                <a:moveTo>
                  <a:pt x="4508888" y="0"/>
                </a:moveTo>
                <a:lnTo>
                  <a:pt x="0" y="0"/>
                </a:lnTo>
                <a:lnTo>
                  <a:pt x="0" y="6769427"/>
                </a:lnTo>
                <a:lnTo>
                  <a:pt x="4508888" y="6769427"/>
                </a:lnTo>
                <a:lnTo>
                  <a:pt x="4508888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742D138E-450F-D28B-A65C-0F01D32ECBF3}"/>
              </a:ext>
            </a:extLst>
          </p:cNvPr>
          <p:cNvSpPr/>
          <p:nvPr userDrawn="1"/>
        </p:nvSpPr>
        <p:spPr>
          <a:xfrm>
            <a:off x="8854364" y="904634"/>
            <a:ext cx="2734535" cy="4105461"/>
          </a:xfrm>
          <a:custGeom>
            <a:avLst/>
            <a:gdLst/>
            <a:ahLst/>
            <a:cxnLst/>
            <a:rect l="l" t="t" r="r" b="b"/>
            <a:pathLst>
              <a:path w="4509134" h="6769734">
                <a:moveTo>
                  <a:pt x="4508888" y="0"/>
                </a:moveTo>
                <a:lnTo>
                  <a:pt x="0" y="0"/>
                </a:lnTo>
                <a:lnTo>
                  <a:pt x="0" y="6769427"/>
                </a:lnTo>
                <a:lnTo>
                  <a:pt x="4508888" y="6769427"/>
                </a:lnTo>
                <a:lnTo>
                  <a:pt x="4508888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Marcador de texto 17">
            <a:extLst>
              <a:ext uri="{FF2B5EF4-FFF2-40B4-BE49-F238E27FC236}">
                <a16:creationId xmlns:a16="http://schemas.microsoft.com/office/drawing/2014/main" id="{28F64498-A5FA-6F7B-335E-266BC487D0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32606" y="3589013"/>
            <a:ext cx="2213623" cy="125730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34" name="Marcador de texto 17">
            <a:extLst>
              <a:ext uri="{FF2B5EF4-FFF2-40B4-BE49-F238E27FC236}">
                <a16:creationId xmlns:a16="http://schemas.microsoft.com/office/drawing/2014/main" id="{C4B75750-464C-E41E-E8AA-8FC441EF0E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32606" y="1122218"/>
            <a:ext cx="2213623" cy="233573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7702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None/>
              <a:defRPr lang="en-GB" sz="36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37" name="Marcador de texto 17">
            <a:extLst>
              <a:ext uri="{FF2B5EF4-FFF2-40B4-BE49-F238E27FC236}">
                <a16:creationId xmlns:a16="http://schemas.microsoft.com/office/drawing/2014/main" id="{03209381-FDB3-A010-DCC0-76D0BACA24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14820" y="3589013"/>
            <a:ext cx="2213623" cy="125730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38" name="Marcador de texto 17">
            <a:extLst>
              <a:ext uri="{FF2B5EF4-FFF2-40B4-BE49-F238E27FC236}">
                <a16:creationId xmlns:a16="http://schemas.microsoft.com/office/drawing/2014/main" id="{BC3B1506-4B7B-F6E0-5125-4E87D9E321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14820" y="1122218"/>
            <a:ext cx="2213623" cy="233573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7702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None/>
              <a:defRPr lang="en-GB" sz="36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33A0F9A-02B0-1AFF-55E5-772E5BD4D9FC}"/>
              </a:ext>
            </a:extLst>
          </p:cNvPr>
          <p:cNvSpPr/>
          <p:nvPr userDrawn="1"/>
        </p:nvSpPr>
        <p:spPr>
          <a:xfrm>
            <a:off x="4859383" y="6531429"/>
            <a:ext cx="2438400" cy="32657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1874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. bloques Getn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Marcador de texto 17">
            <a:extLst>
              <a:ext uri="{FF2B5EF4-FFF2-40B4-BE49-F238E27FC236}">
                <a16:creationId xmlns:a16="http://schemas.microsoft.com/office/drawing/2014/main" id="{FF086885-0981-A5D9-D022-CAEDD5C56A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018" y="1330167"/>
            <a:ext cx="2530022" cy="3553118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None/>
              <a:defRPr lang="en-GB" sz="36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adicionar o texto</a:t>
            </a:r>
            <a:endParaRPr lang="en-GB" dirty="0"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6B31CC62-406A-60BB-5D4D-4848322170C6}"/>
              </a:ext>
            </a:extLst>
          </p:cNvPr>
          <p:cNvSpPr/>
          <p:nvPr userDrawn="1"/>
        </p:nvSpPr>
        <p:spPr>
          <a:xfrm>
            <a:off x="5514225" y="1563891"/>
            <a:ext cx="1077486" cy="1077486"/>
          </a:xfrm>
          <a:custGeom>
            <a:avLst/>
            <a:gdLst/>
            <a:ahLst/>
            <a:cxnLst/>
            <a:rect l="l" t="t" r="r" b="b"/>
            <a:pathLst>
              <a:path w="1776729" h="1776729">
                <a:moveTo>
                  <a:pt x="1776511" y="0"/>
                </a:moveTo>
                <a:lnTo>
                  <a:pt x="0" y="0"/>
                </a:lnTo>
                <a:lnTo>
                  <a:pt x="0" y="1776511"/>
                </a:lnTo>
                <a:lnTo>
                  <a:pt x="1776511" y="1776511"/>
                </a:lnTo>
                <a:lnTo>
                  <a:pt x="1776511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1">
            <a:extLst>
              <a:ext uri="{FF2B5EF4-FFF2-40B4-BE49-F238E27FC236}">
                <a16:creationId xmlns:a16="http://schemas.microsoft.com/office/drawing/2014/main" id="{711CF1A3-D30B-C9CD-D358-9E999F66B3DC}"/>
              </a:ext>
            </a:extLst>
          </p:cNvPr>
          <p:cNvSpPr/>
          <p:nvPr userDrawn="1"/>
        </p:nvSpPr>
        <p:spPr>
          <a:xfrm>
            <a:off x="5514225" y="2773040"/>
            <a:ext cx="1077486" cy="1077486"/>
          </a:xfrm>
          <a:custGeom>
            <a:avLst/>
            <a:gdLst/>
            <a:ahLst/>
            <a:cxnLst/>
            <a:rect l="l" t="t" r="r" b="b"/>
            <a:pathLst>
              <a:path w="1776729" h="1776729">
                <a:moveTo>
                  <a:pt x="1776511" y="0"/>
                </a:moveTo>
                <a:lnTo>
                  <a:pt x="0" y="0"/>
                </a:lnTo>
                <a:lnTo>
                  <a:pt x="0" y="1776511"/>
                </a:lnTo>
                <a:lnTo>
                  <a:pt x="1776511" y="1776511"/>
                </a:lnTo>
                <a:lnTo>
                  <a:pt x="1776511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6">
            <a:extLst>
              <a:ext uri="{FF2B5EF4-FFF2-40B4-BE49-F238E27FC236}">
                <a16:creationId xmlns:a16="http://schemas.microsoft.com/office/drawing/2014/main" id="{1B2AC69E-3C64-BD8E-7C7A-DFF30A0D501A}"/>
              </a:ext>
            </a:extLst>
          </p:cNvPr>
          <p:cNvSpPr/>
          <p:nvPr userDrawn="1"/>
        </p:nvSpPr>
        <p:spPr>
          <a:xfrm>
            <a:off x="5514225" y="3994341"/>
            <a:ext cx="1077486" cy="1077486"/>
          </a:xfrm>
          <a:custGeom>
            <a:avLst/>
            <a:gdLst/>
            <a:ahLst/>
            <a:cxnLst/>
            <a:rect l="l" t="t" r="r" b="b"/>
            <a:pathLst>
              <a:path w="1776729" h="1776729">
                <a:moveTo>
                  <a:pt x="1776511" y="0"/>
                </a:moveTo>
                <a:lnTo>
                  <a:pt x="0" y="0"/>
                </a:lnTo>
                <a:lnTo>
                  <a:pt x="0" y="1776511"/>
                </a:lnTo>
                <a:lnTo>
                  <a:pt x="1776511" y="1776511"/>
                </a:lnTo>
                <a:lnTo>
                  <a:pt x="1776511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9">
            <a:extLst>
              <a:ext uri="{FF2B5EF4-FFF2-40B4-BE49-F238E27FC236}">
                <a16:creationId xmlns:a16="http://schemas.microsoft.com/office/drawing/2014/main" id="{393BD9FD-01FD-999D-8A3D-D7BB69256AB6}"/>
              </a:ext>
            </a:extLst>
          </p:cNvPr>
          <p:cNvSpPr/>
          <p:nvPr userDrawn="1"/>
        </p:nvSpPr>
        <p:spPr>
          <a:xfrm>
            <a:off x="6747338" y="1563891"/>
            <a:ext cx="1077486" cy="1077486"/>
          </a:xfrm>
          <a:custGeom>
            <a:avLst/>
            <a:gdLst/>
            <a:ahLst/>
            <a:cxnLst/>
            <a:rect l="l" t="t" r="r" b="b"/>
            <a:pathLst>
              <a:path w="1776729" h="1776729">
                <a:moveTo>
                  <a:pt x="1776511" y="0"/>
                </a:moveTo>
                <a:lnTo>
                  <a:pt x="0" y="0"/>
                </a:lnTo>
                <a:lnTo>
                  <a:pt x="0" y="1776511"/>
                </a:lnTo>
                <a:lnTo>
                  <a:pt x="1776511" y="1776511"/>
                </a:lnTo>
                <a:lnTo>
                  <a:pt x="1776511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2">
            <a:extLst>
              <a:ext uri="{FF2B5EF4-FFF2-40B4-BE49-F238E27FC236}">
                <a16:creationId xmlns:a16="http://schemas.microsoft.com/office/drawing/2014/main" id="{A14E115C-6B70-D009-8870-C8A02795DF74}"/>
              </a:ext>
            </a:extLst>
          </p:cNvPr>
          <p:cNvSpPr/>
          <p:nvPr userDrawn="1"/>
        </p:nvSpPr>
        <p:spPr>
          <a:xfrm>
            <a:off x="7980457" y="1563891"/>
            <a:ext cx="1077486" cy="1077486"/>
          </a:xfrm>
          <a:custGeom>
            <a:avLst/>
            <a:gdLst/>
            <a:ahLst/>
            <a:cxnLst/>
            <a:rect l="l" t="t" r="r" b="b"/>
            <a:pathLst>
              <a:path w="1776730" h="1776729">
                <a:moveTo>
                  <a:pt x="1776511" y="0"/>
                </a:moveTo>
                <a:lnTo>
                  <a:pt x="0" y="0"/>
                </a:lnTo>
                <a:lnTo>
                  <a:pt x="0" y="1776511"/>
                </a:lnTo>
                <a:lnTo>
                  <a:pt x="1776511" y="1776511"/>
                </a:lnTo>
                <a:lnTo>
                  <a:pt x="1776511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45">
            <a:extLst>
              <a:ext uri="{FF2B5EF4-FFF2-40B4-BE49-F238E27FC236}">
                <a16:creationId xmlns:a16="http://schemas.microsoft.com/office/drawing/2014/main" id="{0F52CCB0-FC41-9F3E-E033-B49C8E2D49BA}"/>
              </a:ext>
            </a:extLst>
          </p:cNvPr>
          <p:cNvSpPr/>
          <p:nvPr userDrawn="1"/>
        </p:nvSpPr>
        <p:spPr>
          <a:xfrm>
            <a:off x="6747338" y="2773040"/>
            <a:ext cx="1077486" cy="1077486"/>
          </a:xfrm>
          <a:custGeom>
            <a:avLst/>
            <a:gdLst/>
            <a:ahLst/>
            <a:cxnLst/>
            <a:rect l="l" t="t" r="r" b="b"/>
            <a:pathLst>
              <a:path w="1776729" h="1776729">
                <a:moveTo>
                  <a:pt x="1776511" y="0"/>
                </a:moveTo>
                <a:lnTo>
                  <a:pt x="0" y="0"/>
                </a:lnTo>
                <a:lnTo>
                  <a:pt x="0" y="1776511"/>
                </a:lnTo>
                <a:lnTo>
                  <a:pt x="1776511" y="1776511"/>
                </a:lnTo>
                <a:lnTo>
                  <a:pt x="1776511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48">
            <a:extLst>
              <a:ext uri="{FF2B5EF4-FFF2-40B4-BE49-F238E27FC236}">
                <a16:creationId xmlns:a16="http://schemas.microsoft.com/office/drawing/2014/main" id="{4E88E53E-CD7D-6420-9284-BE093B3BA982}"/>
              </a:ext>
            </a:extLst>
          </p:cNvPr>
          <p:cNvSpPr/>
          <p:nvPr userDrawn="1"/>
        </p:nvSpPr>
        <p:spPr>
          <a:xfrm>
            <a:off x="7980457" y="2773040"/>
            <a:ext cx="1077486" cy="1077486"/>
          </a:xfrm>
          <a:custGeom>
            <a:avLst/>
            <a:gdLst/>
            <a:ahLst/>
            <a:cxnLst/>
            <a:rect l="l" t="t" r="r" b="b"/>
            <a:pathLst>
              <a:path w="1776730" h="1776729">
                <a:moveTo>
                  <a:pt x="1776511" y="0"/>
                </a:moveTo>
                <a:lnTo>
                  <a:pt x="0" y="0"/>
                </a:lnTo>
                <a:lnTo>
                  <a:pt x="0" y="1776511"/>
                </a:lnTo>
                <a:lnTo>
                  <a:pt x="1776511" y="1776511"/>
                </a:lnTo>
                <a:lnTo>
                  <a:pt x="1776511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51">
            <a:extLst>
              <a:ext uri="{FF2B5EF4-FFF2-40B4-BE49-F238E27FC236}">
                <a16:creationId xmlns:a16="http://schemas.microsoft.com/office/drawing/2014/main" id="{927E9A00-6285-AC67-9B36-62E840EF8CB5}"/>
              </a:ext>
            </a:extLst>
          </p:cNvPr>
          <p:cNvSpPr/>
          <p:nvPr userDrawn="1"/>
        </p:nvSpPr>
        <p:spPr>
          <a:xfrm>
            <a:off x="6747338" y="3994341"/>
            <a:ext cx="1077486" cy="1077486"/>
          </a:xfrm>
          <a:custGeom>
            <a:avLst/>
            <a:gdLst/>
            <a:ahLst/>
            <a:cxnLst/>
            <a:rect l="l" t="t" r="r" b="b"/>
            <a:pathLst>
              <a:path w="1776729" h="1776729">
                <a:moveTo>
                  <a:pt x="1776511" y="0"/>
                </a:moveTo>
                <a:lnTo>
                  <a:pt x="0" y="0"/>
                </a:lnTo>
                <a:lnTo>
                  <a:pt x="0" y="1776511"/>
                </a:lnTo>
                <a:lnTo>
                  <a:pt x="1776511" y="1776511"/>
                </a:lnTo>
                <a:lnTo>
                  <a:pt x="1776511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8">
            <a:extLst>
              <a:ext uri="{FF2B5EF4-FFF2-40B4-BE49-F238E27FC236}">
                <a16:creationId xmlns:a16="http://schemas.microsoft.com/office/drawing/2014/main" id="{CDBC68AE-5D82-8AC7-8224-FC5F957DAFBF}"/>
              </a:ext>
            </a:extLst>
          </p:cNvPr>
          <p:cNvSpPr/>
          <p:nvPr userDrawn="1"/>
        </p:nvSpPr>
        <p:spPr>
          <a:xfrm>
            <a:off x="7980457" y="3994341"/>
            <a:ext cx="1077486" cy="1077486"/>
          </a:xfrm>
          <a:custGeom>
            <a:avLst/>
            <a:gdLst/>
            <a:ahLst/>
            <a:cxnLst/>
            <a:rect l="l" t="t" r="r" b="b"/>
            <a:pathLst>
              <a:path w="1776730" h="1776729">
                <a:moveTo>
                  <a:pt x="1776511" y="0"/>
                </a:moveTo>
                <a:lnTo>
                  <a:pt x="0" y="0"/>
                </a:lnTo>
                <a:lnTo>
                  <a:pt x="0" y="1776511"/>
                </a:lnTo>
                <a:lnTo>
                  <a:pt x="1776511" y="1776511"/>
                </a:lnTo>
                <a:lnTo>
                  <a:pt x="1776511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1E1EE3C3-135F-3B23-0551-E85C708601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53971" y="904217"/>
            <a:ext cx="1077487" cy="44291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 typeface="+mj-lt"/>
              <a:buNone/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1pPr>
            <a:lvl2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>
              <a:defRPr lang="en-GB" sz="879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es-ES" dirty="0"/>
              <a:t>Clique para editar o tex</a:t>
            </a:r>
            <a:endParaRPr lang="en-GB" dirty="0"/>
          </a:p>
        </p:txBody>
      </p:sp>
      <p:sp>
        <p:nvSpPr>
          <p:cNvPr id="44" name="Marcador de texto 42">
            <a:extLst>
              <a:ext uri="{FF2B5EF4-FFF2-40B4-BE49-F238E27FC236}">
                <a16:creationId xmlns:a16="http://schemas.microsoft.com/office/drawing/2014/main" id="{78FCCBCC-F931-1CC1-987C-28352C15E9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53971" y="5214136"/>
            <a:ext cx="1077487" cy="44291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 typeface="+mj-lt"/>
              <a:buNone/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1pPr>
            <a:lvl2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>
              <a:defRPr lang="en-GB" sz="879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  <a:endParaRPr lang="en-GB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545FC65D-29C0-E074-9BCE-7517163A27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87368" y="2773069"/>
            <a:ext cx="1737918" cy="44291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 typeface="+mj-lt"/>
              <a:buNone/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1pPr>
            <a:lvl2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>
              <a:defRPr lang="en-GB" sz="879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46" name="Marcador de texto 42">
            <a:extLst>
              <a:ext uri="{FF2B5EF4-FFF2-40B4-BE49-F238E27FC236}">
                <a16:creationId xmlns:a16="http://schemas.microsoft.com/office/drawing/2014/main" id="{2D16127B-3E92-09F6-9CA7-7FECD46C8F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87368" y="1563891"/>
            <a:ext cx="1737918" cy="44291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 typeface="+mj-lt"/>
              <a:buNone/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1pPr>
            <a:lvl2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>
              <a:defRPr lang="en-GB" sz="879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47" name="Marcador de texto 42">
            <a:extLst>
              <a:ext uri="{FF2B5EF4-FFF2-40B4-BE49-F238E27FC236}">
                <a16:creationId xmlns:a16="http://schemas.microsoft.com/office/drawing/2014/main" id="{BB275860-2873-D367-3DD4-2656BB6C36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87368" y="3994366"/>
            <a:ext cx="1737918" cy="44291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 typeface="+mj-lt"/>
              <a:buNone/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1pPr>
            <a:lvl2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>
              <a:defRPr lang="en-GB" sz="879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48" name="Marcador de texto 42">
            <a:extLst>
              <a:ext uri="{FF2B5EF4-FFF2-40B4-BE49-F238E27FC236}">
                <a16:creationId xmlns:a16="http://schemas.microsoft.com/office/drawing/2014/main" id="{E0F685D6-D8D4-8749-B6D0-16C44899B5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94170" y="2773069"/>
            <a:ext cx="1737918" cy="44291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ct val="120000"/>
              </a:lnSpc>
              <a:spcBef>
                <a:spcPts val="0"/>
              </a:spcBef>
              <a:buFont typeface="+mj-lt"/>
              <a:buNone/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1pPr>
            <a:lvl2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>
              <a:defRPr lang="en-GB" sz="879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49" name="Marcador de texto 42">
            <a:extLst>
              <a:ext uri="{FF2B5EF4-FFF2-40B4-BE49-F238E27FC236}">
                <a16:creationId xmlns:a16="http://schemas.microsoft.com/office/drawing/2014/main" id="{273E890F-B472-2FCD-2BCD-7AF758CFB65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94170" y="1563891"/>
            <a:ext cx="1737918" cy="44291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ct val="120000"/>
              </a:lnSpc>
              <a:spcBef>
                <a:spcPts val="0"/>
              </a:spcBef>
              <a:buFont typeface="+mj-lt"/>
              <a:buNone/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1pPr>
            <a:lvl2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>
              <a:defRPr lang="en-GB" sz="879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50" name="Marcador de texto 42">
            <a:extLst>
              <a:ext uri="{FF2B5EF4-FFF2-40B4-BE49-F238E27FC236}">
                <a16:creationId xmlns:a16="http://schemas.microsoft.com/office/drawing/2014/main" id="{9787A9A1-050A-8ED0-BB5A-88F4473D265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94170" y="3994366"/>
            <a:ext cx="1737918" cy="44291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ct val="120000"/>
              </a:lnSpc>
              <a:spcBef>
                <a:spcPts val="0"/>
              </a:spcBef>
              <a:buFont typeface="+mj-lt"/>
              <a:buNone/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1pPr>
            <a:lvl2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>
              <a:defRPr lang="es-ES" sz="879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>
              <a:defRPr lang="en-GB" sz="879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3750118-AA39-766D-5081-20F0C10F34F1}"/>
              </a:ext>
            </a:extLst>
          </p:cNvPr>
          <p:cNvSpPr/>
          <p:nvPr userDrawn="1"/>
        </p:nvSpPr>
        <p:spPr>
          <a:xfrm>
            <a:off x="4859383" y="6531429"/>
            <a:ext cx="2438400" cy="32657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50961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. Txt bloq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56A1A092-2008-9D0E-2B1E-92A2546ED5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93048" y="3536161"/>
            <a:ext cx="5595475" cy="122066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7" name="object 19">
            <a:extLst>
              <a:ext uri="{FF2B5EF4-FFF2-40B4-BE49-F238E27FC236}">
                <a16:creationId xmlns:a16="http://schemas.microsoft.com/office/drawing/2014/main" id="{1E06485E-3208-58CA-6CD2-BD0CB440FAD1}"/>
              </a:ext>
            </a:extLst>
          </p:cNvPr>
          <p:cNvSpPr/>
          <p:nvPr userDrawn="1"/>
        </p:nvSpPr>
        <p:spPr>
          <a:xfrm>
            <a:off x="6000752" y="3093220"/>
            <a:ext cx="5588064" cy="0"/>
          </a:xfrm>
          <a:custGeom>
            <a:avLst/>
            <a:gdLst/>
            <a:ahLst/>
            <a:cxnLst/>
            <a:rect l="l" t="t" r="r" b="b"/>
            <a:pathLst>
              <a:path w="9214485">
                <a:moveTo>
                  <a:pt x="0" y="0"/>
                </a:moveTo>
                <a:lnTo>
                  <a:pt x="9214379" y="0"/>
                </a:lnTo>
              </a:path>
            </a:pathLst>
          </a:custGeom>
          <a:ln w="5235">
            <a:solidFill>
              <a:srgbClr val="57575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A4BE78ED-3733-477A-4517-1B090DE48D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93048" y="4890311"/>
            <a:ext cx="5595475" cy="8539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41ABD3DD-0F0B-EA84-ADDA-30E43E6712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93049" y="728905"/>
            <a:ext cx="2552772" cy="215194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3C29EB56-7D58-197B-A8C1-1C7107E062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3575" y="728905"/>
            <a:ext cx="2552772" cy="215194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32FD2B8-42B5-8A89-B237-665EDD5242C6}"/>
              </a:ext>
            </a:extLst>
          </p:cNvPr>
          <p:cNvSpPr/>
          <p:nvPr userDrawn="1"/>
        </p:nvSpPr>
        <p:spPr>
          <a:xfrm>
            <a:off x="4859383" y="6531429"/>
            <a:ext cx="2438400" cy="32657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27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. Foto en máscara + 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Marcador de posición de imagen 33">
            <a:extLst>
              <a:ext uri="{FF2B5EF4-FFF2-40B4-BE49-F238E27FC236}">
                <a16:creationId xmlns:a16="http://schemas.microsoft.com/office/drawing/2014/main" id="{39BC8BAF-F1ED-BBEE-BF4E-9530BDD66CE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8799" y="834390"/>
            <a:ext cx="5083171" cy="5022663"/>
          </a:xfrm>
          <a:custGeom>
            <a:avLst/>
            <a:gdLst>
              <a:gd name="connsiteX0" fmla="*/ 3543296 w 5083171"/>
              <a:gd name="connsiteY0" fmla="*/ 3481863 h 5022663"/>
              <a:gd name="connsiteX1" fmla="*/ 5083171 w 5083171"/>
              <a:gd name="connsiteY1" fmla="*/ 3481863 h 5022663"/>
              <a:gd name="connsiteX2" fmla="*/ 5083171 w 5083171"/>
              <a:gd name="connsiteY2" fmla="*/ 4084499 h 5022663"/>
              <a:gd name="connsiteX3" fmla="*/ 4134223 w 5083171"/>
              <a:gd name="connsiteY3" fmla="*/ 5022663 h 5022663"/>
              <a:gd name="connsiteX4" fmla="*/ 3543296 w 5083171"/>
              <a:gd name="connsiteY4" fmla="*/ 5022663 h 5022663"/>
              <a:gd name="connsiteX5" fmla="*/ 1771648 w 5083171"/>
              <a:gd name="connsiteY5" fmla="*/ 3481863 h 5022663"/>
              <a:gd name="connsiteX6" fmla="*/ 3311523 w 5083171"/>
              <a:gd name="connsiteY6" fmla="*/ 3481863 h 5022663"/>
              <a:gd name="connsiteX7" fmla="*/ 3311523 w 5083171"/>
              <a:gd name="connsiteY7" fmla="*/ 5022663 h 5022663"/>
              <a:gd name="connsiteX8" fmla="*/ 1771648 w 5083171"/>
              <a:gd name="connsiteY8" fmla="*/ 5022663 h 5022663"/>
              <a:gd name="connsiteX9" fmla="*/ 0 w 5083171"/>
              <a:gd name="connsiteY9" fmla="*/ 3481863 h 5022663"/>
              <a:gd name="connsiteX10" fmla="*/ 1539875 w 5083171"/>
              <a:gd name="connsiteY10" fmla="*/ 3481863 h 5022663"/>
              <a:gd name="connsiteX11" fmla="*/ 1539875 w 5083171"/>
              <a:gd name="connsiteY11" fmla="*/ 5022663 h 5022663"/>
              <a:gd name="connsiteX12" fmla="*/ 0 w 5083171"/>
              <a:gd name="connsiteY12" fmla="*/ 5022663 h 5022663"/>
              <a:gd name="connsiteX13" fmla="*/ 3543296 w 5083171"/>
              <a:gd name="connsiteY13" fmla="*/ 1740931 h 5022663"/>
              <a:gd name="connsiteX14" fmla="*/ 5083171 w 5083171"/>
              <a:gd name="connsiteY14" fmla="*/ 1740931 h 5022663"/>
              <a:gd name="connsiteX15" fmla="*/ 5083171 w 5083171"/>
              <a:gd name="connsiteY15" fmla="*/ 3281731 h 5022663"/>
              <a:gd name="connsiteX16" fmla="*/ 3543296 w 5083171"/>
              <a:gd name="connsiteY16" fmla="*/ 3281731 h 5022663"/>
              <a:gd name="connsiteX17" fmla="*/ 1771648 w 5083171"/>
              <a:gd name="connsiteY17" fmla="*/ 1740931 h 5022663"/>
              <a:gd name="connsiteX18" fmla="*/ 3311523 w 5083171"/>
              <a:gd name="connsiteY18" fmla="*/ 1740931 h 5022663"/>
              <a:gd name="connsiteX19" fmla="*/ 3311523 w 5083171"/>
              <a:gd name="connsiteY19" fmla="*/ 3281731 h 5022663"/>
              <a:gd name="connsiteX20" fmla="*/ 1771648 w 5083171"/>
              <a:gd name="connsiteY20" fmla="*/ 3281731 h 5022663"/>
              <a:gd name="connsiteX21" fmla="*/ 0 w 5083171"/>
              <a:gd name="connsiteY21" fmla="*/ 1740931 h 5022663"/>
              <a:gd name="connsiteX22" fmla="*/ 1539876 w 5083171"/>
              <a:gd name="connsiteY22" fmla="*/ 1740931 h 5022663"/>
              <a:gd name="connsiteX23" fmla="*/ 1539876 w 5083171"/>
              <a:gd name="connsiteY23" fmla="*/ 3281731 h 5022663"/>
              <a:gd name="connsiteX24" fmla="*/ 0 w 5083171"/>
              <a:gd name="connsiteY24" fmla="*/ 3281731 h 5022663"/>
              <a:gd name="connsiteX25" fmla="*/ 3543296 w 5083171"/>
              <a:gd name="connsiteY25" fmla="*/ 0 h 5022663"/>
              <a:gd name="connsiteX26" fmla="*/ 5083171 w 5083171"/>
              <a:gd name="connsiteY26" fmla="*/ 0 h 5022663"/>
              <a:gd name="connsiteX27" fmla="*/ 5083171 w 5083171"/>
              <a:gd name="connsiteY27" fmla="*/ 1540800 h 5022663"/>
              <a:gd name="connsiteX28" fmla="*/ 3543296 w 5083171"/>
              <a:gd name="connsiteY28" fmla="*/ 1540800 h 5022663"/>
              <a:gd name="connsiteX29" fmla="*/ 1771648 w 5083171"/>
              <a:gd name="connsiteY29" fmla="*/ 0 h 5022663"/>
              <a:gd name="connsiteX30" fmla="*/ 3311523 w 5083171"/>
              <a:gd name="connsiteY30" fmla="*/ 0 h 5022663"/>
              <a:gd name="connsiteX31" fmla="*/ 3311523 w 5083171"/>
              <a:gd name="connsiteY31" fmla="*/ 1540800 h 5022663"/>
              <a:gd name="connsiteX32" fmla="*/ 1771648 w 5083171"/>
              <a:gd name="connsiteY32" fmla="*/ 1540800 h 5022663"/>
              <a:gd name="connsiteX33" fmla="*/ 1 w 5083171"/>
              <a:gd name="connsiteY33" fmla="*/ 0 h 5022663"/>
              <a:gd name="connsiteX34" fmla="*/ 1539876 w 5083171"/>
              <a:gd name="connsiteY34" fmla="*/ 0 h 5022663"/>
              <a:gd name="connsiteX35" fmla="*/ 1539876 w 5083171"/>
              <a:gd name="connsiteY35" fmla="*/ 1540800 h 5022663"/>
              <a:gd name="connsiteX36" fmla="*/ 1 w 5083171"/>
              <a:gd name="connsiteY36" fmla="*/ 1540800 h 5022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083171" h="5022663">
                <a:moveTo>
                  <a:pt x="3543296" y="3481863"/>
                </a:moveTo>
                <a:lnTo>
                  <a:pt x="5083171" y="3481863"/>
                </a:lnTo>
                <a:lnTo>
                  <a:pt x="5083171" y="4084499"/>
                </a:lnTo>
                <a:lnTo>
                  <a:pt x="4134223" y="5022663"/>
                </a:lnTo>
                <a:lnTo>
                  <a:pt x="3543296" y="5022663"/>
                </a:lnTo>
                <a:close/>
                <a:moveTo>
                  <a:pt x="1771648" y="3481863"/>
                </a:moveTo>
                <a:lnTo>
                  <a:pt x="3311523" y="3481863"/>
                </a:lnTo>
                <a:lnTo>
                  <a:pt x="3311523" y="5022663"/>
                </a:lnTo>
                <a:lnTo>
                  <a:pt x="1771648" y="5022663"/>
                </a:lnTo>
                <a:close/>
                <a:moveTo>
                  <a:pt x="0" y="3481863"/>
                </a:moveTo>
                <a:lnTo>
                  <a:pt x="1539875" y="3481863"/>
                </a:lnTo>
                <a:lnTo>
                  <a:pt x="1539875" y="5022663"/>
                </a:lnTo>
                <a:lnTo>
                  <a:pt x="0" y="5022663"/>
                </a:lnTo>
                <a:close/>
                <a:moveTo>
                  <a:pt x="3543296" y="1740931"/>
                </a:moveTo>
                <a:lnTo>
                  <a:pt x="5083171" y="1740931"/>
                </a:lnTo>
                <a:lnTo>
                  <a:pt x="5083171" y="3281731"/>
                </a:lnTo>
                <a:lnTo>
                  <a:pt x="3543296" y="3281731"/>
                </a:lnTo>
                <a:close/>
                <a:moveTo>
                  <a:pt x="1771648" y="1740931"/>
                </a:moveTo>
                <a:lnTo>
                  <a:pt x="3311523" y="1740931"/>
                </a:lnTo>
                <a:lnTo>
                  <a:pt x="3311523" y="3281731"/>
                </a:lnTo>
                <a:lnTo>
                  <a:pt x="1771648" y="3281731"/>
                </a:lnTo>
                <a:close/>
                <a:moveTo>
                  <a:pt x="0" y="1740931"/>
                </a:moveTo>
                <a:lnTo>
                  <a:pt x="1539876" y="1740931"/>
                </a:lnTo>
                <a:lnTo>
                  <a:pt x="1539876" y="3281731"/>
                </a:lnTo>
                <a:lnTo>
                  <a:pt x="0" y="3281731"/>
                </a:lnTo>
                <a:close/>
                <a:moveTo>
                  <a:pt x="3543296" y="0"/>
                </a:moveTo>
                <a:lnTo>
                  <a:pt x="5083171" y="0"/>
                </a:lnTo>
                <a:lnTo>
                  <a:pt x="5083171" y="1540800"/>
                </a:lnTo>
                <a:lnTo>
                  <a:pt x="3543296" y="1540800"/>
                </a:lnTo>
                <a:close/>
                <a:moveTo>
                  <a:pt x="1771648" y="0"/>
                </a:moveTo>
                <a:lnTo>
                  <a:pt x="3311523" y="0"/>
                </a:lnTo>
                <a:lnTo>
                  <a:pt x="3311523" y="1540800"/>
                </a:lnTo>
                <a:lnTo>
                  <a:pt x="1771648" y="1540800"/>
                </a:lnTo>
                <a:close/>
                <a:moveTo>
                  <a:pt x="1" y="0"/>
                </a:moveTo>
                <a:lnTo>
                  <a:pt x="1539876" y="0"/>
                </a:lnTo>
                <a:lnTo>
                  <a:pt x="1539876" y="1540800"/>
                </a:lnTo>
                <a:lnTo>
                  <a:pt x="1" y="15408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9" name="bg object 16">
            <a:extLst>
              <a:ext uri="{FF2B5EF4-FFF2-40B4-BE49-F238E27FC236}">
                <a16:creationId xmlns:a16="http://schemas.microsoft.com/office/drawing/2014/main" id="{2DA49250-4DE7-6AD2-C221-E8925FB732B5}"/>
              </a:ext>
            </a:extLst>
          </p:cNvPr>
          <p:cNvSpPr/>
          <p:nvPr/>
        </p:nvSpPr>
        <p:spPr>
          <a:xfrm>
            <a:off x="1" y="6268156"/>
            <a:ext cx="11588768" cy="603429"/>
          </a:xfrm>
          <a:custGeom>
            <a:avLst/>
            <a:gdLst/>
            <a:ahLst/>
            <a:cxnLst/>
            <a:rect l="l" t="t" r="r" b="b"/>
            <a:pathLst>
              <a:path w="19109690" h="995045">
                <a:moveTo>
                  <a:pt x="0" y="994734"/>
                </a:moveTo>
                <a:lnTo>
                  <a:pt x="19109365" y="994734"/>
                </a:lnTo>
                <a:lnTo>
                  <a:pt x="19109365" y="0"/>
                </a:lnTo>
                <a:lnTo>
                  <a:pt x="0" y="0"/>
                </a:lnTo>
                <a:lnTo>
                  <a:pt x="0" y="994734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bg object 17">
            <a:extLst>
              <a:ext uri="{FF2B5EF4-FFF2-40B4-BE49-F238E27FC236}">
                <a16:creationId xmlns:a16="http://schemas.microsoft.com/office/drawing/2014/main" id="{78129E09-40CC-8E1A-3754-FCD366422290}"/>
              </a:ext>
            </a:extLst>
          </p:cNvPr>
          <p:cNvSpPr/>
          <p:nvPr/>
        </p:nvSpPr>
        <p:spPr>
          <a:xfrm>
            <a:off x="169577" y="6393275"/>
            <a:ext cx="353124" cy="353124"/>
          </a:xfrm>
          <a:custGeom>
            <a:avLst/>
            <a:gdLst/>
            <a:ahLst/>
            <a:cxnLst/>
            <a:rect l="l" t="t" r="r" b="b"/>
            <a:pathLst>
              <a:path w="582294" h="582295">
                <a:moveTo>
                  <a:pt x="116420" y="465683"/>
                </a:moveTo>
                <a:lnTo>
                  <a:pt x="0" y="465683"/>
                </a:lnTo>
                <a:lnTo>
                  <a:pt x="0" y="582117"/>
                </a:lnTo>
                <a:lnTo>
                  <a:pt x="116420" y="582117"/>
                </a:lnTo>
                <a:lnTo>
                  <a:pt x="116420" y="465683"/>
                </a:lnTo>
                <a:close/>
              </a:path>
              <a:path w="582294" h="582295">
                <a:moveTo>
                  <a:pt x="116420" y="232841"/>
                </a:moveTo>
                <a:lnTo>
                  <a:pt x="0" y="232841"/>
                </a:lnTo>
                <a:lnTo>
                  <a:pt x="0" y="349262"/>
                </a:lnTo>
                <a:lnTo>
                  <a:pt x="116420" y="349262"/>
                </a:lnTo>
                <a:lnTo>
                  <a:pt x="116420" y="232841"/>
                </a:lnTo>
                <a:close/>
              </a:path>
              <a:path w="582294" h="582295">
                <a:moveTo>
                  <a:pt x="116420" y="0"/>
                </a:moveTo>
                <a:lnTo>
                  <a:pt x="0" y="0"/>
                </a:lnTo>
                <a:lnTo>
                  <a:pt x="0" y="116420"/>
                </a:lnTo>
                <a:lnTo>
                  <a:pt x="116420" y="116420"/>
                </a:lnTo>
                <a:lnTo>
                  <a:pt x="116420" y="0"/>
                </a:lnTo>
                <a:close/>
              </a:path>
              <a:path w="582294" h="582295">
                <a:moveTo>
                  <a:pt x="349275" y="465683"/>
                </a:moveTo>
                <a:lnTo>
                  <a:pt x="232854" y="465683"/>
                </a:lnTo>
                <a:lnTo>
                  <a:pt x="232854" y="582117"/>
                </a:lnTo>
                <a:lnTo>
                  <a:pt x="349275" y="582117"/>
                </a:lnTo>
                <a:lnTo>
                  <a:pt x="349275" y="465683"/>
                </a:lnTo>
                <a:close/>
              </a:path>
              <a:path w="582294" h="582295">
                <a:moveTo>
                  <a:pt x="349275" y="232841"/>
                </a:moveTo>
                <a:lnTo>
                  <a:pt x="232854" y="232841"/>
                </a:lnTo>
                <a:lnTo>
                  <a:pt x="232854" y="349262"/>
                </a:lnTo>
                <a:lnTo>
                  <a:pt x="349275" y="349262"/>
                </a:lnTo>
                <a:lnTo>
                  <a:pt x="349275" y="232841"/>
                </a:lnTo>
                <a:close/>
              </a:path>
              <a:path w="582294" h="582295">
                <a:moveTo>
                  <a:pt x="349275" y="0"/>
                </a:moveTo>
                <a:lnTo>
                  <a:pt x="232854" y="0"/>
                </a:lnTo>
                <a:lnTo>
                  <a:pt x="232854" y="116420"/>
                </a:lnTo>
                <a:lnTo>
                  <a:pt x="349275" y="116420"/>
                </a:lnTo>
                <a:lnTo>
                  <a:pt x="349275" y="0"/>
                </a:lnTo>
                <a:close/>
              </a:path>
              <a:path w="582294" h="582295">
                <a:moveTo>
                  <a:pt x="582129" y="465683"/>
                </a:moveTo>
                <a:lnTo>
                  <a:pt x="465709" y="465683"/>
                </a:lnTo>
                <a:lnTo>
                  <a:pt x="465709" y="582117"/>
                </a:lnTo>
                <a:lnTo>
                  <a:pt x="582129" y="582117"/>
                </a:lnTo>
                <a:lnTo>
                  <a:pt x="582129" y="465683"/>
                </a:lnTo>
                <a:close/>
              </a:path>
              <a:path w="582294" h="582295">
                <a:moveTo>
                  <a:pt x="582129" y="232841"/>
                </a:moveTo>
                <a:lnTo>
                  <a:pt x="465709" y="232841"/>
                </a:lnTo>
                <a:lnTo>
                  <a:pt x="465709" y="349262"/>
                </a:lnTo>
                <a:lnTo>
                  <a:pt x="582129" y="349262"/>
                </a:lnTo>
                <a:lnTo>
                  <a:pt x="582129" y="232841"/>
                </a:lnTo>
                <a:close/>
              </a:path>
              <a:path w="582294" h="582295">
                <a:moveTo>
                  <a:pt x="582129" y="0"/>
                </a:moveTo>
                <a:lnTo>
                  <a:pt x="465709" y="0"/>
                </a:lnTo>
                <a:lnTo>
                  <a:pt x="465709" y="116420"/>
                </a:lnTo>
                <a:lnTo>
                  <a:pt x="582129" y="116420"/>
                </a:lnTo>
                <a:lnTo>
                  <a:pt x="582129" y="0"/>
                </a:lnTo>
                <a:close/>
              </a:path>
            </a:pathLst>
          </a:custGeom>
          <a:solidFill>
            <a:srgbClr val="E415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bg object 18">
            <a:extLst>
              <a:ext uri="{FF2B5EF4-FFF2-40B4-BE49-F238E27FC236}">
                <a16:creationId xmlns:a16="http://schemas.microsoft.com/office/drawing/2014/main" id="{35ACB04A-03E8-1BAB-D7BD-1DA8918BCAB9}"/>
              </a:ext>
            </a:extLst>
          </p:cNvPr>
          <p:cNvSpPr/>
          <p:nvPr/>
        </p:nvSpPr>
        <p:spPr>
          <a:xfrm>
            <a:off x="11588572" y="6268156"/>
            <a:ext cx="603429" cy="603429"/>
          </a:xfrm>
          <a:custGeom>
            <a:avLst/>
            <a:gdLst/>
            <a:ahLst/>
            <a:cxnLst/>
            <a:rect l="l" t="t" r="r" b="b"/>
            <a:pathLst>
              <a:path w="995044" h="995045">
                <a:moveTo>
                  <a:pt x="994723" y="0"/>
                </a:moveTo>
                <a:lnTo>
                  <a:pt x="0" y="0"/>
                </a:lnTo>
                <a:lnTo>
                  <a:pt x="0" y="994734"/>
                </a:lnTo>
                <a:lnTo>
                  <a:pt x="994723" y="994734"/>
                </a:lnTo>
                <a:lnTo>
                  <a:pt x="994723" y="0"/>
                </a:lnTo>
                <a:close/>
              </a:path>
            </a:pathLst>
          </a:custGeom>
          <a:solidFill>
            <a:srgbClr val="DEED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bg object 19">
            <a:extLst>
              <a:ext uri="{FF2B5EF4-FFF2-40B4-BE49-F238E27FC236}">
                <a16:creationId xmlns:a16="http://schemas.microsoft.com/office/drawing/2014/main" id="{2EE1718B-70DD-48DB-6D96-059E7DA7234A}"/>
              </a:ext>
            </a:extLst>
          </p:cNvPr>
          <p:cNvSpPr/>
          <p:nvPr/>
        </p:nvSpPr>
        <p:spPr>
          <a:xfrm>
            <a:off x="11887735" y="6567326"/>
            <a:ext cx="304218" cy="304218"/>
          </a:xfrm>
          <a:custGeom>
            <a:avLst/>
            <a:gdLst/>
            <a:ahLst/>
            <a:cxnLst/>
            <a:rect l="l" t="t" r="r" b="b"/>
            <a:pathLst>
              <a:path w="501650" h="501650">
                <a:moveTo>
                  <a:pt x="501408" y="0"/>
                </a:moveTo>
                <a:lnTo>
                  <a:pt x="0" y="0"/>
                </a:lnTo>
                <a:lnTo>
                  <a:pt x="0" y="501408"/>
                </a:lnTo>
                <a:lnTo>
                  <a:pt x="501408" y="501408"/>
                </a:lnTo>
                <a:lnTo>
                  <a:pt x="501408" y="0"/>
                </a:lnTo>
                <a:close/>
              </a:path>
            </a:pathLst>
          </a:custGeom>
          <a:solidFill>
            <a:srgbClr val="C5D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bg object 20">
            <a:extLst>
              <a:ext uri="{FF2B5EF4-FFF2-40B4-BE49-F238E27FC236}">
                <a16:creationId xmlns:a16="http://schemas.microsoft.com/office/drawing/2014/main" id="{CF855C37-BB0B-DA3C-0A0B-B1A64F18A8D4}"/>
              </a:ext>
            </a:extLst>
          </p:cNvPr>
          <p:cNvSpPr/>
          <p:nvPr/>
        </p:nvSpPr>
        <p:spPr>
          <a:xfrm>
            <a:off x="12034876" y="6714460"/>
            <a:ext cx="157114" cy="157114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8787" y="0"/>
                </a:moveTo>
                <a:lnTo>
                  <a:pt x="0" y="0"/>
                </a:lnTo>
                <a:lnTo>
                  <a:pt x="0" y="258787"/>
                </a:lnTo>
                <a:lnTo>
                  <a:pt x="258787" y="258787"/>
                </a:lnTo>
                <a:lnTo>
                  <a:pt x="258787" y="0"/>
                </a:lnTo>
                <a:close/>
              </a:path>
            </a:pathLst>
          </a:custGeom>
          <a:solidFill>
            <a:srgbClr val="E415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103E1A7-B89E-4E38-BB21-6B1E501B3133}"/>
              </a:ext>
            </a:extLst>
          </p:cNvPr>
          <p:cNvSpPr txBox="1"/>
          <p:nvPr userDrawn="1"/>
        </p:nvSpPr>
        <p:spPr>
          <a:xfrm>
            <a:off x="664032" y="6488309"/>
            <a:ext cx="622989" cy="1580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fld id="{E3980973-46F5-4CF7-B567-7295FE0523D3}" type="slidenum">
              <a:rPr lang="es-ES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‹nº›</a:t>
            </a:fld>
            <a:endParaRPr lang="es-ES" sz="10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612CF6BE-379A-E045-5263-827806A1EE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93048" y="3648978"/>
            <a:ext cx="5595475" cy="122066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16" name="object 19">
            <a:extLst>
              <a:ext uri="{FF2B5EF4-FFF2-40B4-BE49-F238E27FC236}">
                <a16:creationId xmlns:a16="http://schemas.microsoft.com/office/drawing/2014/main" id="{2D458840-DF5F-9106-0471-4845CF47218C}"/>
              </a:ext>
            </a:extLst>
          </p:cNvPr>
          <p:cNvSpPr/>
          <p:nvPr userDrawn="1"/>
        </p:nvSpPr>
        <p:spPr>
          <a:xfrm>
            <a:off x="6000752" y="3206037"/>
            <a:ext cx="5588064" cy="0"/>
          </a:xfrm>
          <a:custGeom>
            <a:avLst/>
            <a:gdLst/>
            <a:ahLst/>
            <a:cxnLst/>
            <a:rect l="l" t="t" r="r" b="b"/>
            <a:pathLst>
              <a:path w="9214485">
                <a:moveTo>
                  <a:pt x="0" y="0"/>
                </a:moveTo>
                <a:lnTo>
                  <a:pt x="9214379" y="0"/>
                </a:lnTo>
              </a:path>
            </a:pathLst>
          </a:custGeom>
          <a:ln w="5235">
            <a:solidFill>
              <a:srgbClr val="57575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CF2155A9-979E-AF7D-4100-B365C5AA06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93048" y="5003128"/>
            <a:ext cx="5595475" cy="8539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0624CEAB-4BBB-8594-8CB6-BB36B07704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93049" y="841722"/>
            <a:ext cx="2552772" cy="215194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2123C57F-842B-7DE2-433E-7C4E7B1E1C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3575" y="841722"/>
            <a:ext cx="2552772" cy="215194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2738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. foto +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133D3F82-1270-7858-8EFE-7F0A5D05F51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2612" y="826220"/>
            <a:ext cx="4933626" cy="4933707"/>
          </a:xfrm>
          <a:custGeom>
            <a:avLst/>
            <a:gdLst>
              <a:gd name="connsiteX0" fmla="*/ 0 w 4933626"/>
              <a:gd name="connsiteY0" fmla="*/ 0 h 4933707"/>
              <a:gd name="connsiteX1" fmla="*/ 4933626 w 4933626"/>
              <a:gd name="connsiteY1" fmla="*/ 0 h 4933707"/>
              <a:gd name="connsiteX2" fmla="*/ 4933626 w 4933626"/>
              <a:gd name="connsiteY2" fmla="*/ 4093561 h 4933707"/>
              <a:gd name="connsiteX3" fmla="*/ 4093480 w 4933626"/>
              <a:gd name="connsiteY3" fmla="*/ 4933707 h 4933707"/>
              <a:gd name="connsiteX4" fmla="*/ 0 w 4933626"/>
              <a:gd name="connsiteY4" fmla="*/ 4933707 h 4933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3626" h="4933707">
                <a:moveTo>
                  <a:pt x="0" y="0"/>
                </a:moveTo>
                <a:lnTo>
                  <a:pt x="4933626" y="0"/>
                </a:lnTo>
                <a:lnTo>
                  <a:pt x="4933626" y="4093561"/>
                </a:lnTo>
                <a:lnTo>
                  <a:pt x="4093480" y="4933707"/>
                </a:lnTo>
                <a:lnTo>
                  <a:pt x="0" y="493370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BA7AC33B-3736-29B1-6BFC-968BB6275D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16766" y="5170726"/>
            <a:ext cx="4374022" cy="1806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buNone/>
              <a:defRPr lang="es-ES" sz="900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1pPr>
            <a:lvl2pPr marL="4572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 marL="9144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 marL="13716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 marL="1828800" indent="0">
              <a:buNone/>
              <a:defRPr lang="en-GB" sz="546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21" name="Marcador de gráfico 20">
            <a:extLst>
              <a:ext uri="{FF2B5EF4-FFF2-40B4-BE49-F238E27FC236}">
                <a16:creationId xmlns:a16="http://schemas.microsoft.com/office/drawing/2014/main" id="{8F0739CB-7F81-5E28-2187-4D414038AC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716253" y="823913"/>
            <a:ext cx="4374022" cy="3943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23F8FAE-D9F5-D2D0-FAA9-B877E482C0B2}"/>
              </a:ext>
            </a:extLst>
          </p:cNvPr>
          <p:cNvSpPr/>
          <p:nvPr userDrawn="1"/>
        </p:nvSpPr>
        <p:spPr>
          <a:xfrm>
            <a:off x="4859383" y="6531429"/>
            <a:ext cx="2438400" cy="32657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329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. grafico + foto + 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Marcador de posición de imagen 21">
            <a:extLst>
              <a:ext uri="{FF2B5EF4-FFF2-40B4-BE49-F238E27FC236}">
                <a16:creationId xmlns:a16="http://schemas.microsoft.com/office/drawing/2014/main" id="{5E3002A9-F6BC-B993-75BB-595D806140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7600" y="590550"/>
            <a:ext cx="2544763" cy="2533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9" name="Marcador de posición de imagen 28">
            <a:extLst>
              <a:ext uri="{FF2B5EF4-FFF2-40B4-BE49-F238E27FC236}">
                <a16:creationId xmlns:a16="http://schemas.microsoft.com/office/drawing/2014/main" id="{8EC78272-4867-AF48-5300-1EF4D4D44A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39122" y="590551"/>
            <a:ext cx="2541691" cy="2533403"/>
          </a:xfrm>
          <a:custGeom>
            <a:avLst/>
            <a:gdLst>
              <a:gd name="connsiteX0" fmla="*/ 0 w 2541691"/>
              <a:gd name="connsiteY0" fmla="*/ 0 h 2533403"/>
              <a:gd name="connsiteX1" fmla="*/ 2541691 w 2541691"/>
              <a:gd name="connsiteY1" fmla="*/ 0 h 2533403"/>
              <a:gd name="connsiteX2" fmla="*/ 2541691 w 2541691"/>
              <a:gd name="connsiteY2" fmla="*/ 1756865 h 2533403"/>
              <a:gd name="connsiteX3" fmla="*/ 1765153 w 2541691"/>
              <a:gd name="connsiteY3" fmla="*/ 2533403 h 2533403"/>
              <a:gd name="connsiteX4" fmla="*/ 0 w 2541691"/>
              <a:gd name="connsiteY4" fmla="*/ 2533403 h 253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1691" h="2533403">
                <a:moveTo>
                  <a:pt x="0" y="0"/>
                </a:moveTo>
                <a:lnTo>
                  <a:pt x="2541691" y="0"/>
                </a:lnTo>
                <a:lnTo>
                  <a:pt x="2541691" y="1756865"/>
                </a:lnTo>
                <a:lnTo>
                  <a:pt x="1765153" y="2533403"/>
                </a:lnTo>
                <a:lnTo>
                  <a:pt x="0" y="253340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object 35">
            <a:extLst>
              <a:ext uri="{FF2B5EF4-FFF2-40B4-BE49-F238E27FC236}">
                <a16:creationId xmlns:a16="http://schemas.microsoft.com/office/drawing/2014/main" id="{68A436BB-BD98-02C8-0092-6B82D4B0A64A}"/>
              </a:ext>
            </a:extLst>
          </p:cNvPr>
          <p:cNvSpPr/>
          <p:nvPr userDrawn="1"/>
        </p:nvSpPr>
        <p:spPr>
          <a:xfrm>
            <a:off x="10675565" y="2171459"/>
            <a:ext cx="1117921" cy="1105213"/>
          </a:xfrm>
          <a:custGeom>
            <a:avLst/>
            <a:gdLst/>
            <a:ahLst/>
            <a:cxnLst/>
            <a:rect l="l" t="t" r="r" b="b"/>
            <a:pathLst>
              <a:path w="1843405" h="1822450">
                <a:moveTo>
                  <a:pt x="1842875" y="0"/>
                </a:moveTo>
                <a:lnTo>
                  <a:pt x="0" y="1821934"/>
                </a:lnTo>
                <a:lnTo>
                  <a:pt x="1842875" y="1821934"/>
                </a:lnTo>
                <a:lnTo>
                  <a:pt x="18428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BDE298C5-4E9D-EA9F-0957-DF15DC5B7548}"/>
              </a:ext>
            </a:extLst>
          </p:cNvPr>
          <p:cNvSpPr/>
          <p:nvPr userDrawn="1"/>
        </p:nvSpPr>
        <p:spPr>
          <a:xfrm>
            <a:off x="522611" y="590308"/>
            <a:ext cx="5373973" cy="5374952"/>
          </a:xfrm>
          <a:custGeom>
            <a:avLst/>
            <a:gdLst>
              <a:gd name="connsiteX0" fmla="*/ 0 w 5373973"/>
              <a:gd name="connsiteY0" fmla="*/ 0 h 5374952"/>
              <a:gd name="connsiteX1" fmla="*/ 5373973 w 5373973"/>
              <a:gd name="connsiteY1" fmla="*/ 0 h 5374952"/>
              <a:gd name="connsiteX2" fmla="*/ 5373973 w 5373973"/>
              <a:gd name="connsiteY2" fmla="*/ 4419826 h 5374952"/>
              <a:gd name="connsiteX3" fmla="*/ 4407869 w 5373973"/>
              <a:gd name="connsiteY3" fmla="*/ 5374952 h 5374952"/>
              <a:gd name="connsiteX4" fmla="*/ 0 w 5373973"/>
              <a:gd name="connsiteY4" fmla="*/ 5374952 h 5374952"/>
              <a:gd name="connsiteX5" fmla="*/ 0 w 5373973"/>
              <a:gd name="connsiteY5" fmla="*/ 0 h 5374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3973" h="5374952">
                <a:moveTo>
                  <a:pt x="0" y="0"/>
                </a:moveTo>
                <a:lnTo>
                  <a:pt x="5373973" y="0"/>
                </a:lnTo>
                <a:lnTo>
                  <a:pt x="5373973" y="4419826"/>
                </a:lnTo>
                <a:lnTo>
                  <a:pt x="4407869" y="5374952"/>
                </a:lnTo>
                <a:lnTo>
                  <a:pt x="0" y="537495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alpha val="60000"/>
            </a:schemeClr>
          </a:solidFill>
        </p:spPr>
        <p:txBody>
          <a:bodyPr wrap="square" lIns="0" tIns="0" rIns="0" bIns="0" rtlCol="0"/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2744E752-352E-0CBA-E454-13CCA5842A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94" y="5542305"/>
            <a:ext cx="3435056" cy="1806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buNone/>
              <a:defRPr lang="es-ES" sz="900" kern="1200" dirty="0" smtClean="0">
                <a:solidFill>
                  <a:srgbClr val="575756"/>
                </a:solidFill>
                <a:latin typeface="Santander Micro Text" panose="020B0504020201010104" pitchFamily="34" charset="0"/>
                <a:ea typeface="+mn-ea"/>
                <a:cs typeface="Santander Micro Text" panose="020B0504020201010104" pitchFamily="34" charset="0"/>
              </a:defRPr>
            </a:lvl1pPr>
            <a:lvl2pPr marL="4572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 marL="9144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 marL="13716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 marL="1828800" indent="0">
              <a:buNone/>
              <a:defRPr lang="en-GB" sz="546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17" name="Marcador de gráfico 20">
            <a:extLst>
              <a:ext uri="{FF2B5EF4-FFF2-40B4-BE49-F238E27FC236}">
                <a16:creationId xmlns:a16="http://schemas.microsoft.com/office/drawing/2014/main" id="{26A1C9DD-4805-0295-CC97-D208A22DE968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799881" y="892740"/>
            <a:ext cx="4374022" cy="41015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54F4E4B7-79C7-F56D-6A36-E00E535679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28299" y="3276672"/>
            <a:ext cx="2560224" cy="828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18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B53D3532-54AB-87D5-6048-4A3F6F237A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28299" y="4207777"/>
            <a:ext cx="2552772" cy="150533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2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CBE6B5CF-C189-003E-DA07-9DA7DB0099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7600" y="3276672"/>
            <a:ext cx="2560224" cy="828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18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33" name="Marcador de texto 17">
            <a:extLst>
              <a:ext uri="{FF2B5EF4-FFF2-40B4-BE49-F238E27FC236}">
                <a16:creationId xmlns:a16="http://schemas.microsoft.com/office/drawing/2014/main" id="{0A76535D-34A1-18D8-7536-201DA4F816D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97600" y="4207777"/>
            <a:ext cx="2552772" cy="150533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2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A3F7B7C-7D3D-D076-6053-7493996F3C1F}"/>
              </a:ext>
            </a:extLst>
          </p:cNvPr>
          <p:cNvSpPr/>
          <p:nvPr userDrawn="1"/>
        </p:nvSpPr>
        <p:spPr>
          <a:xfrm>
            <a:off x="4859383" y="6531429"/>
            <a:ext cx="2438400" cy="32657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760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. Foto +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A84CDCF2-F575-BED7-32EE-9D02467ACB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311775" cy="6267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B8F225E8-F17F-2E32-32B7-A54A737D4FD4}"/>
              </a:ext>
            </a:extLst>
          </p:cNvPr>
          <p:cNvSpPr/>
          <p:nvPr userDrawn="1"/>
        </p:nvSpPr>
        <p:spPr>
          <a:xfrm>
            <a:off x="5311774" y="0"/>
            <a:ext cx="6880225" cy="6267298"/>
          </a:xfrm>
          <a:custGeom>
            <a:avLst/>
            <a:gdLst/>
            <a:ahLst/>
            <a:cxnLst/>
            <a:rect l="l" t="t" r="r" b="b"/>
            <a:pathLst>
              <a:path w="12062460" h="10554970">
                <a:moveTo>
                  <a:pt x="12062459" y="0"/>
                </a:moveTo>
                <a:lnTo>
                  <a:pt x="0" y="0"/>
                </a:lnTo>
                <a:lnTo>
                  <a:pt x="0" y="10554652"/>
                </a:lnTo>
                <a:lnTo>
                  <a:pt x="12062459" y="10554652"/>
                </a:lnTo>
                <a:lnTo>
                  <a:pt x="12062459" y="0"/>
                </a:lnTo>
                <a:close/>
              </a:path>
            </a:pathLst>
          </a:custGeom>
          <a:solidFill>
            <a:schemeClr val="accent3">
              <a:alpha val="58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Marcador de gráfico 20">
            <a:extLst>
              <a:ext uri="{FF2B5EF4-FFF2-40B4-BE49-F238E27FC236}">
                <a16:creationId xmlns:a16="http://schemas.microsoft.com/office/drawing/2014/main" id="{6A3B7806-EBFD-BB14-C191-41BA6ACB7050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096000" y="892741"/>
            <a:ext cx="5417022" cy="39710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Marcador de texto 15">
            <a:extLst>
              <a:ext uri="{FF2B5EF4-FFF2-40B4-BE49-F238E27FC236}">
                <a16:creationId xmlns:a16="http://schemas.microsoft.com/office/drawing/2014/main" id="{07274D9B-0A61-5EC1-B256-F413D60AF9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969" y="5035802"/>
            <a:ext cx="3435056" cy="1806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buNone/>
              <a:defRPr lang="es-ES" sz="900" kern="1200" dirty="0" smtClean="0">
                <a:solidFill>
                  <a:srgbClr val="575756"/>
                </a:solidFill>
                <a:latin typeface="Santander Micro Text" panose="020B0504020201010104" pitchFamily="34" charset="0"/>
                <a:ea typeface="+mn-ea"/>
                <a:cs typeface="Santander Micro Text" panose="020B0504020201010104" pitchFamily="34" charset="0"/>
              </a:defRPr>
            </a:lvl1pPr>
            <a:lvl2pPr marL="4572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2pPr>
            <a:lvl3pPr marL="9144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3pPr>
            <a:lvl4pPr marL="1371600" indent="0">
              <a:buNone/>
              <a:defRPr lang="es-ES" sz="546" kern="1200" dirty="0" smtClean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4pPr>
            <a:lvl5pPr marL="1828800" indent="0">
              <a:buNone/>
              <a:defRPr lang="en-GB" sz="546" kern="1200" dirty="0">
                <a:solidFill>
                  <a:srgbClr val="575756"/>
                </a:solidFill>
                <a:latin typeface="Santander Micro Text Light"/>
                <a:ea typeface="+mn-ea"/>
                <a:cs typeface="Santander Micro Text Ligh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FB4BA02-6913-82D7-9F0A-133796973357}"/>
              </a:ext>
            </a:extLst>
          </p:cNvPr>
          <p:cNvSpPr/>
          <p:nvPr userDrawn="1"/>
        </p:nvSpPr>
        <p:spPr>
          <a:xfrm>
            <a:off x="4859383" y="6531429"/>
            <a:ext cx="2438400" cy="32657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028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. txt en bloques color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6F90F2E1-1E8C-770F-F067-3A309CFB08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43999" y="1325563"/>
            <a:ext cx="3047999" cy="49403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object 43">
            <a:extLst>
              <a:ext uri="{FF2B5EF4-FFF2-40B4-BE49-F238E27FC236}">
                <a16:creationId xmlns:a16="http://schemas.microsoft.com/office/drawing/2014/main" id="{09107224-1304-45A6-5E24-7657498B281A}"/>
              </a:ext>
            </a:extLst>
          </p:cNvPr>
          <p:cNvSpPr/>
          <p:nvPr userDrawn="1"/>
        </p:nvSpPr>
        <p:spPr>
          <a:xfrm>
            <a:off x="4516759" y="4767973"/>
            <a:ext cx="1117921" cy="1105213"/>
          </a:xfrm>
          <a:custGeom>
            <a:avLst/>
            <a:gdLst/>
            <a:ahLst/>
            <a:cxnLst/>
            <a:rect l="l" t="t" r="r" b="b"/>
            <a:pathLst>
              <a:path w="1843404" h="1822450">
                <a:moveTo>
                  <a:pt x="1842875" y="0"/>
                </a:moveTo>
                <a:lnTo>
                  <a:pt x="0" y="1821934"/>
                </a:lnTo>
                <a:lnTo>
                  <a:pt x="1842875" y="1821934"/>
                </a:lnTo>
                <a:lnTo>
                  <a:pt x="18428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F28C0BE-D0AA-BFF8-B832-D011D43EC5FF}"/>
              </a:ext>
            </a:extLst>
          </p:cNvPr>
          <p:cNvSpPr/>
          <p:nvPr/>
        </p:nvSpPr>
        <p:spPr>
          <a:xfrm>
            <a:off x="0" y="1325639"/>
            <a:ext cx="3048000" cy="4940340"/>
          </a:xfrm>
          <a:custGeom>
            <a:avLst/>
            <a:gdLst/>
            <a:ahLst/>
            <a:cxnLst/>
            <a:rect l="l" t="t" r="r" b="b"/>
            <a:pathLst>
              <a:path w="5026025" h="8146415">
                <a:moveTo>
                  <a:pt x="5026024" y="0"/>
                </a:moveTo>
                <a:lnTo>
                  <a:pt x="0" y="0"/>
                </a:lnTo>
                <a:lnTo>
                  <a:pt x="0" y="8146348"/>
                </a:lnTo>
                <a:lnTo>
                  <a:pt x="5026024" y="8146348"/>
                </a:lnTo>
                <a:lnTo>
                  <a:pt x="5026024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5AEF9BD-D95C-151C-7CCD-FFFAAA5AE607}"/>
              </a:ext>
            </a:extLst>
          </p:cNvPr>
          <p:cNvSpPr/>
          <p:nvPr/>
        </p:nvSpPr>
        <p:spPr>
          <a:xfrm>
            <a:off x="3048000" y="1325639"/>
            <a:ext cx="3048000" cy="4940340"/>
          </a:xfrm>
          <a:custGeom>
            <a:avLst/>
            <a:gdLst/>
            <a:ahLst/>
            <a:cxnLst/>
            <a:rect l="l" t="t" r="r" b="b"/>
            <a:pathLst>
              <a:path w="5026025" h="8146415">
                <a:moveTo>
                  <a:pt x="5026024" y="0"/>
                </a:moveTo>
                <a:lnTo>
                  <a:pt x="0" y="0"/>
                </a:lnTo>
                <a:lnTo>
                  <a:pt x="0" y="8146348"/>
                </a:lnTo>
                <a:lnTo>
                  <a:pt x="5026024" y="8146348"/>
                </a:lnTo>
                <a:lnTo>
                  <a:pt x="5026024" y="0"/>
                </a:lnTo>
                <a:close/>
              </a:path>
            </a:pathLst>
          </a:custGeom>
          <a:solidFill>
            <a:schemeClr val="accent3">
              <a:lumMod val="9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86B5A03D-AFA4-CB83-D1A6-4AE0E9C6892A}"/>
              </a:ext>
            </a:extLst>
          </p:cNvPr>
          <p:cNvSpPr/>
          <p:nvPr/>
        </p:nvSpPr>
        <p:spPr>
          <a:xfrm>
            <a:off x="6096000" y="1325563"/>
            <a:ext cx="3048000" cy="4940340"/>
          </a:xfrm>
          <a:custGeom>
            <a:avLst/>
            <a:gdLst/>
            <a:ahLst/>
            <a:cxnLst/>
            <a:rect l="l" t="t" r="r" b="b"/>
            <a:pathLst>
              <a:path w="5026025" h="8146415">
                <a:moveTo>
                  <a:pt x="5026024" y="0"/>
                </a:moveTo>
                <a:lnTo>
                  <a:pt x="0" y="0"/>
                </a:lnTo>
                <a:lnTo>
                  <a:pt x="0" y="8146348"/>
                </a:lnTo>
                <a:lnTo>
                  <a:pt x="5026024" y="8146348"/>
                </a:lnTo>
                <a:lnTo>
                  <a:pt x="5026024" y="0"/>
                </a:lnTo>
                <a:close/>
              </a:path>
            </a:pathLst>
          </a:custGeom>
          <a:solidFill>
            <a:schemeClr val="accent2">
              <a:lumMod val="9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25">
            <a:extLst>
              <a:ext uri="{FF2B5EF4-FFF2-40B4-BE49-F238E27FC236}">
                <a16:creationId xmlns:a16="http://schemas.microsoft.com/office/drawing/2014/main" id="{DDA6E0FC-C135-9CB3-414C-849BC6649919}"/>
              </a:ext>
            </a:extLst>
          </p:cNvPr>
          <p:cNvSpPr/>
          <p:nvPr userDrawn="1"/>
        </p:nvSpPr>
        <p:spPr>
          <a:xfrm>
            <a:off x="9901545" y="4927304"/>
            <a:ext cx="1545373" cy="756705"/>
          </a:xfrm>
          <a:custGeom>
            <a:avLst/>
            <a:gdLst/>
            <a:ahLst/>
            <a:cxnLst/>
            <a:rect l="l" t="t" r="r" b="b"/>
            <a:pathLst>
              <a:path w="2548255" h="1247775">
                <a:moveTo>
                  <a:pt x="704316" y="973594"/>
                </a:moveTo>
                <a:lnTo>
                  <a:pt x="701446" y="963612"/>
                </a:lnTo>
                <a:lnTo>
                  <a:pt x="694626" y="955141"/>
                </a:lnTo>
                <a:lnTo>
                  <a:pt x="685139" y="950061"/>
                </a:lnTo>
                <a:lnTo>
                  <a:pt x="674776" y="949020"/>
                </a:lnTo>
                <a:lnTo>
                  <a:pt x="664781" y="951903"/>
                </a:lnTo>
                <a:lnTo>
                  <a:pt x="656361" y="958608"/>
                </a:lnTo>
                <a:lnTo>
                  <a:pt x="568540" y="1063510"/>
                </a:lnTo>
                <a:lnTo>
                  <a:pt x="568540" y="516178"/>
                </a:lnTo>
                <a:lnTo>
                  <a:pt x="566178" y="505701"/>
                </a:lnTo>
                <a:lnTo>
                  <a:pt x="560171" y="497230"/>
                </a:lnTo>
                <a:lnTo>
                  <a:pt x="551408" y="491617"/>
                </a:lnTo>
                <a:lnTo>
                  <a:pt x="540778" y="489712"/>
                </a:lnTo>
                <a:lnTo>
                  <a:pt x="530542" y="491947"/>
                </a:lnTo>
                <a:lnTo>
                  <a:pt x="522160" y="497636"/>
                </a:lnTo>
                <a:lnTo>
                  <a:pt x="516445" y="505980"/>
                </a:lnTo>
                <a:lnTo>
                  <a:pt x="514210" y="516178"/>
                </a:lnTo>
                <a:lnTo>
                  <a:pt x="514210" y="1063548"/>
                </a:lnTo>
                <a:lnTo>
                  <a:pt x="426377" y="958659"/>
                </a:lnTo>
                <a:lnTo>
                  <a:pt x="417957" y="951928"/>
                </a:lnTo>
                <a:lnTo>
                  <a:pt x="407949" y="949045"/>
                </a:lnTo>
                <a:lnTo>
                  <a:pt x="397586" y="950112"/>
                </a:lnTo>
                <a:lnTo>
                  <a:pt x="388099" y="955243"/>
                </a:lnTo>
                <a:lnTo>
                  <a:pt x="381355" y="963625"/>
                </a:lnTo>
                <a:lnTo>
                  <a:pt x="378460" y="973594"/>
                </a:lnTo>
                <a:lnTo>
                  <a:pt x="379526" y="983907"/>
                </a:lnTo>
                <a:lnTo>
                  <a:pt x="384670" y="993355"/>
                </a:lnTo>
                <a:lnTo>
                  <a:pt x="520141" y="1155115"/>
                </a:lnTo>
                <a:lnTo>
                  <a:pt x="523989" y="1159929"/>
                </a:lnTo>
                <a:lnTo>
                  <a:pt x="529374" y="1163281"/>
                </a:lnTo>
                <a:lnTo>
                  <a:pt x="539889" y="1165174"/>
                </a:lnTo>
                <a:lnTo>
                  <a:pt x="547255" y="1164640"/>
                </a:lnTo>
                <a:lnTo>
                  <a:pt x="553313" y="1163294"/>
                </a:lnTo>
                <a:lnTo>
                  <a:pt x="558736" y="1159941"/>
                </a:lnTo>
                <a:lnTo>
                  <a:pt x="562610" y="1155115"/>
                </a:lnTo>
                <a:lnTo>
                  <a:pt x="698068" y="993355"/>
                </a:lnTo>
                <a:lnTo>
                  <a:pt x="703237" y="983907"/>
                </a:lnTo>
                <a:lnTo>
                  <a:pt x="704316" y="973594"/>
                </a:lnTo>
                <a:close/>
              </a:path>
              <a:path w="2548255" h="1247775">
                <a:moveTo>
                  <a:pt x="1082636" y="599262"/>
                </a:moveTo>
                <a:lnTo>
                  <a:pt x="1074534" y="549427"/>
                </a:lnTo>
                <a:lnTo>
                  <a:pt x="1055941" y="503097"/>
                </a:lnTo>
                <a:lnTo>
                  <a:pt x="1027861" y="461937"/>
                </a:lnTo>
                <a:lnTo>
                  <a:pt x="991285" y="427532"/>
                </a:lnTo>
                <a:lnTo>
                  <a:pt x="947191" y="401535"/>
                </a:lnTo>
                <a:lnTo>
                  <a:pt x="950366" y="387223"/>
                </a:lnTo>
                <a:lnTo>
                  <a:pt x="952715" y="372757"/>
                </a:lnTo>
                <a:lnTo>
                  <a:pt x="954252" y="358178"/>
                </a:lnTo>
                <a:lnTo>
                  <a:pt x="954976" y="343535"/>
                </a:lnTo>
                <a:lnTo>
                  <a:pt x="949629" y="297815"/>
                </a:lnTo>
                <a:lnTo>
                  <a:pt x="936675" y="254546"/>
                </a:lnTo>
                <a:lnTo>
                  <a:pt x="916825" y="214503"/>
                </a:lnTo>
                <a:lnTo>
                  <a:pt x="890752" y="178485"/>
                </a:lnTo>
                <a:lnTo>
                  <a:pt x="859142" y="147256"/>
                </a:lnTo>
                <a:lnTo>
                  <a:pt x="822680" y="121615"/>
                </a:lnTo>
                <a:lnTo>
                  <a:pt x="782066" y="102323"/>
                </a:lnTo>
                <a:lnTo>
                  <a:pt x="737984" y="90182"/>
                </a:lnTo>
                <a:lnTo>
                  <a:pt x="687933" y="82664"/>
                </a:lnTo>
                <a:lnTo>
                  <a:pt x="638289" y="83858"/>
                </a:lnTo>
                <a:lnTo>
                  <a:pt x="590054" y="93395"/>
                </a:lnTo>
                <a:lnTo>
                  <a:pt x="544283" y="110845"/>
                </a:lnTo>
                <a:lnTo>
                  <a:pt x="501992" y="135839"/>
                </a:lnTo>
                <a:lnTo>
                  <a:pt x="464223" y="167970"/>
                </a:lnTo>
                <a:lnTo>
                  <a:pt x="432015" y="206857"/>
                </a:lnTo>
                <a:lnTo>
                  <a:pt x="419989" y="204406"/>
                </a:lnTo>
                <a:lnTo>
                  <a:pt x="407847" y="202653"/>
                </a:lnTo>
                <a:lnTo>
                  <a:pt x="395630" y="201587"/>
                </a:lnTo>
                <a:lnTo>
                  <a:pt x="383362" y="201206"/>
                </a:lnTo>
                <a:lnTo>
                  <a:pt x="346100" y="203746"/>
                </a:lnTo>
                <a:lnTo>
                  <a:pt x="278714" y="227850"/>
                </a:lnTo>
                <a:lnTo>
                  <a:pt x="225348" y="275031"/>
                </a:lnTo>
                <a:lnTo>
                  <a:pt x="196469" y="337210"/>
                </a:lnTo>
                <a:lnTo>
                  <a:pt x="191592" y="382028"/>
                </a:lnTo>
                <a:lnTo>
                  <a:pt x="145186" y="396163"/>
                </a:lnTo>
                <a:lnTo>
                  <a:pt x="103479" y="418896"/>
                </a:lnTo>
                <a:lnTo>
                  <a:pt x="67475" y="449186"/>
                </a:lnTo>
                <a:lnTo>
                  <a:pt x="38150" y="485952"/>
                </a:lnTo>
                <a:lnTo>
                  <a:pt x="16471" y="528129"/>
                </a:lnTo>
                <a:lnTo>
                  <a:pt x="3429" y="574675"/>
                </a:lnTo>
                <a:lnTo>
                  <a:pt x="0" y="624522"/>
                </a:lnTo>
                <a:lnTo>
                  <a:pt x="9512" y="669150"/>
                </a:lnTo>
                <a:lnTo>
                  <a:pt x="26555" y="710069"/>
                </a:lnTo>
                <a:lnTo>
                  <a:pt x="50330" y="746594"/>
                </a:lnTo>
                <a:lnTo>
                  <a:pt x="80035" y="778027"/>
                </a:lnTo>
                <a:lnTo>
                  <a:pt x="114846" y="803681"/>
                </a:lnTo>
                <a:lnTo>
                  <a:pt x="154000" y="822858"/>
                </a:lnTo>
                <a:lnTo>
                  <a:pt x="196659" y="834872"/>
                </a:lnTo>
                <a:lnTo>
                  <a:pt x="242049" y="839038"/>
                </a:lnTo>
                <a:lnTo>
                  <a:pt x="248196" y="838962"/>
                </a:lnTo>
                <a:lnTo>
                  <a:pt x="258699" y="836587"/>
                </a:lnTo>
                <a:lnTo>
                  <a:pt x="267169" y="830592"/>
                </a:lnTo>
                <a:lnTo>
                  <a:pt x="272783" y="821867"/>
                </a:lnTo>
                <a:lnTo>
                  <a:pt x="274662" y="811301"/>
                </a:lnTo>
                <a:lnTo>
                  <a:pt x="272161" y="801014"/>
                </a:lnTo>
                <a:lnTo>
                  <a:pt x="265963" y="792848"/>
                </a:lnTo>
                <a:lnTo>
                  <a:pt x="257175" y="787323"/>
                </a:lnTo>
                <a:lnTo>
                  <a:pt x="246926" y="784948"/>
                </a:lnTo>
                <a:lnTo>
                  <a:pt x="198526" y="780389"/>
                </a:lnTo>
                <a:lnTo>
                  <a:pt x="154762" y="764755"/>
                </a:lnTo>
                <a:lnTo>
                  <a:pt x="117030" y="739495"/>
                </a:lnTo>
                <a:lnTo>
                  <a:pt x="86715" y="706056"/>
                </a:lnTo>
                <a:lnTo>
                  <a:pt x="65239" y="665899"/>
                </a:lnTo>
                <a:lnTo>
                  <a:pt x="54000" y="620471"/>
                </a:lnTo>
                <a:lnTo>
                  <a:pt x="58597" y="573405"/>
                </a:lnTo>
                <a:lnTo>
                  <a:pt x="74498" y="530402"/>
                </a:lnTo>
                <a:lnTo>
                  <a:pt x="100241" y="493141"/>
                </a:lnTo>
                <a:lnTo>
                  <a:pt x="134327" y="463257"/>
                </a:lnTo>
                <a:lnTo>
                  <a:pt x="175285" y="442429"/>
                </a:lnTo>
                <a:lnTo>
                  <a:pt x="221653" y="432282"/>
                </a:lnTo>
                <a:lnTo>
                  <a:pt x="231978" y="429285"/>
                </a:lnTo>
                <a:lnTo>
                  <a:pt x="240055" y="422808"/>
                </a:lnTo>
                <a:lnTo>
                  <a:pt x="245097" y="413778"/>
                </a:lnTo>
                <a:lnTo>
                  <a:pt x="246291" y="402729"/>
                </a:lnTo>
                <a:lnTo>
                  <a:pt x="245808" y="395516"/>
                </a:lnTo>
                <a:lnTo>
                  <a:pt x="245668" y="388302"/>
                </a:lnTo>
                <a:lnTo>
                  <a:pt x="249224" y="350177"/>
                </a:lnTo>
                <a:lnTo>
                  <a:pt x="268732" y="307365"/>
                </a:lnTo>
                <a:lnTo>
                  <a:pt x="306349" y="274447"/>
                </a:lnTo>
                <a:lnTo>
                  <a:pt x="355917" y="257149"/>
                </a:lnTo>
                <a:lnTo>
                  <a:pt x="382765" y="255206"/>
                </a:lnTo>
                <a:lnTo>
                  <a:pt x="396011" y="255676"/>
                </a:lnTo>
                <a:lnTo>
                  <a:pt x="409143" y="257302"/>
                </a:lnTo>
                <a:lnTo>
                  <a:pt x="422071" y="260045"/>
                </a:lnTo>
                <a:lnTo>
                  <a:pt x="434746" y="263906"/>
                </a:lnTo>
                <a:lnTo>
                  <a:pt x="444055" y="265493"/>
                </a:lnTo>
                <a:lnTo>
                  <a:pt x="453085" y="263880"/>
                </a:lnTo>
                <a:lnTo>
                  <a:pt x="461048" y="259346"/>
                </a:lnTo>
                <a:lnTo>
                  <a:pt x="467144" y="252171"/>
                </a:lnTo>
                <a:lnTo>
                  <a:pt x="497636" y="211315"/>
                </a:lnTo>
                <a:lnTo>
                  <a:pt x="535165" y="178676"/>
                </a:lnTo>
                <a:lnTo>
                  <a:pt x="578269" y="154889"/>
                </a:lnTo>
                <a:lnTo>
                  <a:pt x="625525" y="140589"/>
                </a:lnTo>
                <a:lnTo>
                  <a:pt x="675513" y="136410"/>
                </a:lnTo>
                <a:lnTo>
                  <a:pt x="726770" y="142989"/>
                </a:lnTo>
                <a:lnTo>
                  <a:pt x="773493" y="157289"/>
                </a:lnTo>
                <a:lnTo>
                  <a:pt x="814819" y="181254"/>
                </a:lnTo>
                <a:lnTo>
                  <a:pt x="849477" y="213372"/>
                </a:lnTo>
                <a:lnTo>
                  <a:pt x="876198" y="252145"/>
                </a:lnTo>
                <a:lnTo>
                  <a:pt x="893737" y="296062"/>
                </a:lnTo>
                <a:lnTo>
                  <a:pt x="900811" y="343611"/>
                </a:lnTo>
                <a:lnTo>
                  <a:pt x="899731" y="360172"/>
                </a:lnTo>
                <a:lnTo>
                  <a:pt x="897280" y="376555"/>
                </a:lnTo>
                <a:lnTo>
                  <a:pt x="893483" y="392671"/>
                </a:lnTo>
                <a:lnTo>
                  <a:pt x="888365" y="408457"/>
                </a:lnTo>
                <a:lnTo>
                  <a:pt x="886739" y="419087"/>
                </a:lnTo>
                <a:lnTo>
                  <a:pt x="889254" y="429158"/>
                </a:lnTo>
                <a:lnTo>
                  <a:pt x="895375" y="437553"/>
                </a:lnTo>
                <a:lnTo>
                  <a:pt x="905725" y="443534"/>
                </a:lnTo>
                <a:lnTo>
                  <a:pt x="952030" y="465912"/>
                </a:lnTo>
                <a:lnTo>
                  <a:pt x="988910" y="499541"/>
                </a:lnTo>
                <a:lnTo>
                  <a:pt x="1014679" y="541604"/>
                </a:lnTo>
                <a:lnTo>
                  <a:pt x="1027696" y="589241"/>
                </a:lnTo>
                <a:lnTo>
                  <a:pt x="1026274" y="639622"/>
                </a:lnTo>
                <a:lnTo>
                  <a:pt x="1010539" y="680986"/>
                </a:lnTo>
                <a:lnTo>
                  <a:pt x="986243" y="716953"/>
                </a:lnTo>
                <a:lnTo>
                  <a:pt x="954849" y="746442"/>
                </a:lnTo>
                <a:lnTo>
                  <a:pt x="917765" y="768337"/>
                </a:lnTo>
                <a:lnTo>
                  <a:pt x="876452" y="781545"/>
                </a:lnTo>
                <a:lnTo>
                  <a:pt x="832345" y="784987"/>
                </a:lnTo>
                <a:lnTo>
                  <a:pt x="821702" y="786599"/>
                </a:lnTo>
                <a:lnTo>
                  <a:pt x="812825" y="791959"/>
                </a:lnTo>
                <a:lnTo>
                  <a:pt x="806602" y="800252"/>
                </a:lnTo>
                <a:lnTo>
                  <a:pt x="803960" y="810641"/>
                </a:lnTo>
                <a:lnTo>
                  <a:pt x="805573" y="821232"/>
                </a:lnTo>
                <a:lnTo>
                  <a:pt x="810958" y="830084"/>
                </a:lnTo>
                <a:lnTo>
                  <a:pt x="819289" y="836282"/>
                </a:lnTo>
                <a:lnTo>
                  <a:pt x="830440" y="838936"/>
                </a:lnTo>
                <a:lnTo>
                  <a:pt x="838962" y="839089"/>
                </a:lnTo>
                <a:lnTo>
                  <a:pt x="886180" y="834491"/>
                </a:lnTo>
                <a:lnTo>
                  <a:pt x="930859" y="821194"/>
                </a:lnTo>
                <a:lnTo>
                  <a:pt x="971931" y="799973"/>
                </a:lnTo>
                <a:lnTo>
                  <a:pt x="1008367" y="771575"/>
                </a:lnTo>
                <a:lnTo>
                  <a:pt x="1039101" y="736765"/>
                </a:lnTo>
                <a:lnTo>
                  <a:pt x="1063091" y="696315"/>
                </a:lnTo>
                <a:lnTo>
                  <a:pt x="1079271" y="650989"/>
                </a:lnTo>
                <a:lnTo>
                  <a:pt x="1082636" y="599262"/>
                </a:lnTo>
                <a:close/>
              </a:path>
              <a:path w="2548255" h="1247775">
                <a:moveTo>
                  <a:pt x="1890572" y="611797"/>
                </a:moveTo>
                <a:lnTo>
                  <a:pt x="1884426" y="569633"/>
                </a:lnTo>
                <a:lnTo>
                  <a:pt x="1869998" y="528828"/>
                </a:lnTo>
                <a:lnTo>
                  <a:pt x="1847100" y="490626"/>
                </a:lnTo>
                <a:lnTo>
                  <a:pt x="1815465" y="456476"/>
                </a:lnTo>
                <a:lnTo>
                  <a:pt x="1803425" y="446659"/>
                </a:lnTo>
                <a:lnTo>
                  <a:pt x="1802231" y="445617"/>
                </a:lnTo>
                <a:lnTo>
                  <a:pt x="1800974" y="444665"/>
                </a:lnTo>
                <a:lnTo>
                  <a:pt x="1799666" y="443788"/>
                </a:lnTo>
                <a:lnTo>
                  <a:pt x="1786191" y="438353"/>
                </a:lnTo>
                <a:lnTo>
                  <a:pt x="1772183" y="438543"/>
                </a:lnTo>
                <a:lnTo>
                  <a:pt x="1759254" y="443992"/>
                </a:lnTo>
                <a:lnTo>
                  <a:pt x="1749044" y="454380"/>
                </a:lnTo>
                <a:lnTo>
                  <a:pt x="1743633" y="467944"/>
                </a:lnTo>
                <a:lnTo>
                  <a:pt x="1743811" y="482053"/>
                </a:lnTo>
                <a:lnTo>
                  <a:pt x="1749234" y="495058"/>
                </a:lnTo>
                <a:lnTo>
                  <a:pt x="1759559" y="505333"/>
                </a:lnTo>
                <a:lnTo>
                  <a:pt x="1767624" y="511886"/>
                </a:lnTo>
                <a:lnTo>
                  <a:pt x="1775206" y="518985"/>
                </a:lnTo>
                <a:lnTo>
                  <a:pt x="1782267" y="526605"/>
                </a:lnTo>
                <a:lnTo>
                  <a:pt x="1788769" y="534708"/>
                </a:lnTo>
                <a:lnTo>
                  <a:pt x="1810512" y="576351"/>
                </a:lnTo>
                <a:lnTo>
                  <a:pt x="1817979" y="621131"/>
                </a:lnTo>
                <a:lnTo>
                  <a:pt x="1811667" y="665657"/>
                </a:lnTo>
                <a:lnTo>
                  <a:pt x="1792058" y="706539"/>
                </a:lnTo>
                <a:lnTo>
                  <a:pt x="1759635" y="740410"/>
                </a:lnTo>
                <a:lnTo>
                  <a:pt x="1753527" y="746277"/>
                </a:lnTo>
                <a:lnTo>
                  <a:pt x="1748980" y="753313"/>
                </a:lnTo>
                <a:lnTo>
                  <a:pt x="1746123" y="761199"/>
                </a:lnTo>
                <a:lnTo>
                  <a:pt x="1745132" y="769632"/>
                </a:lnTo>
                <a:lnTo>
                  <a:pt x="1747951" y="783971"/>
                </a:lnTo>
                <a:lnTo>
                  <a:pt x="1755749" y="795693"/>
                </a:lnTo>
                <a:lnTo>
                  <a:pt x="1767344" y="803605"/>
                </a:lnTo>
                <a:lnTo>
                  <a:pt x="1781568" y="806551"/>
                </a:lnTo>
                <a:lnTo>
                  <a:pt x="1789417" y="806538"/>
                </a:lnTo>
                <a:lnTo>
                  <a:pt x="1835924" y="769035"/>
                </a:lnTo>
                <a:lnTo>
                  <a:pt x="1861121" y="733945"/>
                </a:lnTo>
                <a:lnTo>
                  <a:pt x="1878736" y="695210"/>
                </a:lnTo>
                <a:lnTo>
                  <a:pt x="1888617" y="654075"/>
                </a:lnTo>
                <a:lnTo>
                  <a:pt x="1890572" y="611797"/>
                </a:lnTo>
                <a:close/>
              </a:path>
              <a:path w="2548255" h="1247775">
                <a:moveTo>
                  <a:pt x="2109927" y="621969"/>
                </a:moveTo>
                <a:lnTo>
                  <a:pt x="2105901" y="572554"/>
                </a:lnTo>
                <a:lnTo>
                  <a:pt x="2097405" y="524319"/>
                </a:lnTo>
                <a:lnTo>
                  <a:pt x="2084590" y="477202"/>
                </a:lnTo>
                <a:lnTo>
                  <a:pt x="2067572" y="431520"/>
                </a:lnTo>
                <a:lnTo>
                  <a:pt x="2046439" y="387553"/>
                </a:lnTo>
                <a:lnTo>
                  <a:pt x="2021306" y="345592"/>
                </a:lnTo>
                <a:lnTo>
                  <a:pt x="1992299" y="305930"/>
                </a:lnTo>
                <a:lnTo>
                  <a:pt x="1966734" y="292036"/>
                </a:lnTo>
                <a:lnTo>
                  <a:pt x="1952828" y="293535"/>
                </a:lnTo>
                <a:lnTo>
                  <a:pt x="1940115" y="300532"/>
                </a:lnTo>
                <a:lnTo>
                  <a:pt x="1931098" y="311950"/>
                </a:lnTo>
                <a:lnTo>
                  <a:pt x="1927263" y="325488"/>
                </a:lnTo>
                <a:lnTo>
                  <a:pt x="1928761" y="339483"/>
                </a:lnTo>
                <a:lnTo>
                  <a:pt x="1935708" y="352285"/>
                </a:lnTo>
                <a:lnTo>
                  <a:pt x="1964474" y="392125"/>
                </a:lnTo>
                <a:lnTo>
                  <a:pt x="1988731" y="434759"/>
                </a:lnTo>
                <a:lnTo>
                  <a:pt x="2008289" y="479590"/>
                </a:lnTo>
                <a:lnTo>
                  <a:pt x="2022970" y="526072"/>
                </a:lnTo>
                <a:lnTo>
                  <a:pt x="2032596" y="573608"/>
                </a:lnTo>
                <a:lnTo>
                  <a:pt x="2036914" y="620890"/>
                </a:lnTo>
                <a:lnTo>
                  <a:pt x="2036953" y="621969"/>
                </a:lnTo>
                <a:lnTo>
                  <a:pt x="2032546" y="670877"/>
                </a:lnTo>
                <a:lnTo>
                  <a:pt x="2022932" y="719086"/>
                </a:lnTo>
                <a:lnTo>
                  <a:pt x="2008289" y="765860"/>
                </a:lnTo>
                <a:lnTo>
                  <a:pt x="1988769" y="810806"/>
                </a:lnTo>
                <a:lnTo>
                  <a:pt x="1964524" y="853503"/>
                </a:lnTo>
                <a:lnTo>
                  <a:pt x="1935708" y="893559"/>
                </a:lnTo>
                <a:lnTo>
                  <a:pt x="1930488" y="900061"/>
                </a:lnTo>
                <a:lnTo>
                  <a:pt x="1927631" y="908151"/>
                </a:lnTo>
                <a:lnTo>
                  <a:pt x="1949780" y="950506"/>
                </a:lnTo>
                <a:lnTo>
                  <a:pt x="1964004" y="953452"/>
                </a:lnTo>
                <a:lnTo>
                  <a:pt x="1972081" y="952550"/>
                </a:lnTo>
                <a:lnTo>
                  <a:pt x="2021243" y="900442"/>
                </a:lnTo>
                <a:lnTo>
                  <a:pt x="2046376" y="858431"/>
                </a:lnTo>
                <a:lnTo>
                  <a:pt x="2067534" y="814222"/>
                </a:lnTo>
                <a:lnTo>
                  <a:pt x="2084616" y="768121"/>
                </a:lnTo>
                <a:lnTo>
                  <a:pt x="2097468" y="720445"/>
                </a:lnTo>
                <a:lnTo>
                  <a:pt x="2105952" y="671512"/>
                </a:lnTo>
                <a:lnTo>
                  <a:pt x="2109927" y="621969"/>
                </a:lnTo>
                <a:close/>
              </a:path>
              <a:path w="2548255" h="1247775">
                <a:moveTo>
                  <a:pt x="2328888" y="621969"/>
                </a:moveTo>
                <a:lnTo>
                  <a:pt x="2325687" y="570090"/>
                </a:lnTo>
                <a:lnTo>
                  <a:pt x="2318702" y="518871"/>
                </a:lnTo>
                <a:lnTo>
                  <a:pt x="2308021" y="468528"/>
                </a:lnTo>
                <a:lnTo>
                  <a:pt x="2293709" y="419239"/>
                </a:lnTo>
                <a:lnTo>
                  <a:pt x="2275852" y="371221"/>
                </a:lnTo>
                <a:lnTo>
                  <a:pt x="2254529" y="324637"/>
                </a:lnTo>
                <a:lnTo>
                  <a:pt x="2229840" y="279704"/>
                </a:lnTo>
                <a:lnTo>
                  <a:pt x="2201837" y="236626"/>
                </a:lnTo>
                <a:lnTo>
                  <a:pt x="2170620" y="195580"/>
                </a:lnTo>
                <a:lnTo>
                  <a:pt x="2136267" y="156768"/>
                </a:lnTo>
                <a:lnTo>
                  <a:pt x="2135238" y="155562"/>
                </a:lnTo>
                <a:lnTo>
                  <a:pt x="2134336" y="154609"/>
                </a:lnTo>
                <a:lnTo>
                  <a:pt x="2133269" y="153631"/>
                </a:lnTo>
                <a:lnTo>
                  <a:pt x="2120887" y="145999"/>
                </a:lnTo>
                <a:lnTo>
                  <a:pt x="2107044" y="143827"/>
                </a:lnTo>
                <a:lnTo>
                  <a:pt x="2093404" y="147027"/>
                </a:lnTo>
                <a:lnTo>
                  <a:pt x="2081618" y="155562"/>
                </a:lnTo>
                <a:lnTo>
                  <a:pt x="2074049" y="168021"/>
                </a:lnTo>
                <a:lnTo>
                  <a:pt x="2071878" y="181952"/>
                </a:lnTo>
                <a:lnTo>
                  <a:pt x="2075065" y="195694"/>
                </a:lnTo>
                <a:lnTo>
                  <a:pt x="2083536" y="207556"/>
                </a:lnTo>
                <a:lnTo>
                  <a:pt x="2117420" y="246087"/>
                </a:lnTo>
                <a:lnTo>
                  <a:pt x="2147862" y="287058"/>
                </a:lnTo>
                <a:lnTo>
                  <a:pt x="2174735" y="330212"/>
                </a:lnTo>
                <a:lnTo>
                  <a:pt x="2197976" y="375335"/>
                </a:lnTo>
                <a:lnTo>
                  <a:pt x="2217458" y="422173"/>
                </a:lnTo>
                <a:lnTo>
                  <a:pt x="2233091" y="470496"/>
                </a:lnTo>
                <a:lnTo>
                  <a:pt x="2244775" y="520065"/>
                </a:lnTo>
                <a:lnTo>
                  <a:pt x="2252421" y="570623"/>
                </a:lnTo>
                <a:lnTo>
                  <a:pt x="2255913" y="621969"/>
                </a:lnTo>
                <a:lnTo>
                  <a:pt x="2252535" y="673519"/>
                </a:lnTo>
                <a:lnTo>
                  <a:pt x="2244991" y="724293"/>
                </a:lnTo>
                <a:lnTo>
                  <a:pt x="2233358" y="774077"/>
                </a:lnTo>
                <a:lnTo>
                  <a:pt x="2217763" y="822617"/>
                </a:lnTo>
                <a:lnTo>
                  <a:pt x="2198293" y="869670"/>
                </a:lnTo>
                <a:lnTo>
                  <a:pt x="2175040" y="915009"/>
                </a:lnTo>
                <a:lnTo>
                  <a:pt x="2148116" y="958367"/>
                </a:lnTo>
                <a:lnTo>
                  <a:pt x="2117623" y="999528"/>
                </a:lnTo>
                <a:lnTo>
                  <a:pt x="2083638" y="1038250"/>
                </a:lnTo>
                <a:lnTo>
                  <a:pt x="2079383" y="1043724"/>
                </a:lnTo>
                <a:lnTo>
                  <a:pt x="2076246" y="1049858"/>
                </a:lnTo>
                <a:lnTo>
                  <a:pt x="2074291" y="1056462"/>
                </a:lnTo>
                <a:lnTo>
                  <a:pt x="2073605" y="1063383"/>
                </a:lnTo>
                <a:lnTo>
                  <a:pt x="2076399" y="1077722"/>
                </a:lnTo>
                <a:lnTo>
                  <a:pt x="2084171" y="1089456"/>
                </a:lnTo>
                <a:lnTo>
                  <a:pt x="2095741" y="1097407"/>
                </a:lnTo>
                <a:lnTo>
                  <a:pt x="2109952" y="1100366"/>
                </a:lnTo>
                <a:lnTo>
                  <a:pt x="2117306" y="1099616"/>
                </a:lnTo>
                <a:lnTo>
                  <a:pt x="2170696" y="1050137"/>
                </a:lnTo>
                <a:lnTo>
                  <a:pt x="2201913" y="1009053"/>
                </a:lnTo>
                <a:lnTo>
                  <a:pt x="2229891" y="965949"/>
                </a:lnTo>
                <a:lnTo>
                  <a:pt x="2254567" y="920991"/>
                </a:lnTo>
                <a:lnTo>
                  <a:pt x="2275865" y="874356"/>
                </a:lnTo>
                <a:lnTo>
                  <a:pt x="2293696" y="826211"/>
                </a:lnTo>
                <a:lnTo>
                  <a:pt x="2307983" y="776732"/>
                </a:lnTo>
                <a:lnTo>
                  <a:pt x="2318664" y="726084"/>
                </a:lnTo>
                <a:lnTo>
                  <a:pt x="2325662" y="674433"/>
                </a:lnTo>
                <a:lnTo>
                  <a:pt x="2328888" y="621969"/>
                </a:lnTo>
                <a:close/>
              </a:path>
              <a:path w="2548255" h="1247775">
                <a:moveTo>
                  <a:pt x="2547759" y="620890"/>
                </a:moveTo>
                <a:lnTo>
                  <a:pt x="2543810" y="571969"/>
                </a:lnTo>
                <a:lnTo>
                  <a:pt x="2537396" y="523506"/>
                </a:lnTo>
                <a:lnTo>
                  <a:pt x="2528544" y="475602"/>
                </a:lnTo>
                <a:lnTo>
                  <a:pt x="2517330" y="428332"/>
                </a:lnTo>
                <a:lnTo>
                  <a:pt x="2503754" y="381774"/>
                </a:lnTo>
                <a:lnTo>
                  <a:pt x="2487866" y="336029"/>
                </a:lnTo>
                <a:lnTo>
                  <a:pt x="2469705" y="291185"/>
                </a:lnTo>
                <a:lnTo>
                  <a:pt x="2449322" y="247332"/>
                </a:lnTo>
                <a:lnTo>
                  <a:pt x="2426728" y="204546"/>
                </a:lnTo>
                <a:lnTo>
                  <a:pt x="2401976" y="162915"/>
                </a:lnTo>
                <a:lnTo>
                  <a:pt x="2375116" y="122529"/>
                </a:lnTo>
                <a:lnTo>
                  <a:pt x="2346160" y="83464"/>
                </a:lnTo>
                <a:lnTo>
                  <a:pt x="2315159" y="45834"/>
                </a:lnTo>
                <a:lnTo>
                  <a:pt x="2282152" y="9702"/>
                </a:lnTo>
                <a:lnTo>
                  <a:pt x="2258009" y="0"/>
                </a:lnTo>
                <a:lnTo>
                  <a:pt x="2245169" y="2108"/>
                </a:lnTo>
                <a:lnTo>
                  <a:pt x="2233561" y="8890"/>
                </a:lnTo>
                <a:lnTo>
                  <a:pt x="2224646" y="20421"/>
                </a:lnTo>
                <a:lnTo>
                  <a:pt x="2220950" y="34023"/>
                </a:lnTo>
                <a:lnTo>
                  <a:pt x="2222589" y="48031"/>
                </a:lnTo>
                <a:lnTo>
                  <a:pt x="2229688" y="60782"/>
                </a:lnTo>
                <a:lnTo>
                  <a:pt x="2262428" y="96748"/>
                </a:lnTo>
                <a:lnTo>
                  <a:pt x="2293010" y="134302"/>
                </a:lnTo>
                <a:lnTo>
                  <a:pt x="2321395" y="173355"/>
                </a:lnTo>
                <a:lnTo>
                  <a:pt x="2347544" y="213779"/>
                </a:lnTo>
                <a:lnTo>
                  <a:pt x="2371420" y="255460"/>
                </a:lnTo>
                <a:lnTo>
                  <a:pt x="2392959" y="298284"/>
                </a:lnTo>
                <a:lnTo>
                  <a:pt x="2412123" y="342150"/>
                </a:lnTo>
                <a:lnTo>
                  <a:pt x="2428887" y="386943"/>
                </a:lnTo>
                <a:lnTo>
                  <a:pt x="2443188" y="432562"/>
                </a:lnTo>
                <a:lnTo>
                  <a:pt x="2454986" y="478866"/>
                </a:lnTo>
                <a:lnTo>
                  <a:pt x="2464231" y="525767"/>
                </a:lnTo>
                <a:lnTo>
                  <a:pt x="2470810" y="572554"/>
                </a:lnTo>
                <a:lnTo>
                  <a:pt x="2474925" y="620890"/>
                </a:lnTo>
                <a:lnTo>
                  <a:pt x="2470899" y="669505"/>
                </a:lnTo>
                <a:lnTo>
                  <a:pt x="2464231" y="717613"/>
                </a:lnTo>
                <a:lnTo>
                  <a:pt x="2454986" y="765111"/>
                </a:lnTo>
                <a:lnTo>
                  <a:pt x="2443200" y="811923"/>
                </a:lnTo>
                <a:lnTo>
                  <a:pt x="2428900" y="857923"/>
                </a:lnTo>
                <a:lnTo>
                  <a:pt x="2412149" y="903020"/>
                </a:lnTo>
                <a:lnTo>
                  <a:pt x="2392984" y="947115"/>
                </a:lnTo>
                <a:lnTo>
                  <a:pt x="2371445" y="990104"/>
                </a:lnTo>
                <a:lnTo>
                  <a:pt x="2347595" y="1031900"/>
                </a:lnTo>
                <a:lnTo>
                  <a:pt x="2321445" y="1072388"/>
                </a:lnTo>
                <a:lnTo>
                  <a:pt x="2293061" y="1111465"/>
                </a:lnTo>
                <a:lnTo>
                  <a:pt x="2262479" y="1149045"/>
                </a:lnTo>
                <a:lnTo>
                  <a:pt x="2229751" y="1185024"/>
                </a:lnTo>
                <a:lnTo>
                  <a:pt x="2225446" y="1190510"/>
                </a:lnTo>
                <a:lnTo>
                  <a:pt x="2222258" y="1196670"/>
                </a:lnTo>
                <a:lnTo>
                  <a:pt x="2220290" y="1203312"/>
                </a:lnTo>
                <a:lnTo>
                  <a:pt x="2219579" y="1210271"/>
                </a:lnTo>
                <a:lnTo>
                  <a:pt x="2222373" y="1224610"/>
                </a:lnTo>
                <a:lnTo>
                  <a:pt x="2230132" y="1236357"/>
                </a:lnTo>
                <a:lnTo>
                  <a:pt x="2241702" y="1244320"/>
                </a:lnTo>
                <a:lnTo>
                  <a:pt x="2255913" y="1247292"/>
                </a:lnTo>
                <a:lnTo>
                  <a:pt x="2263216" y="1246555"/>
                </a:lnTo>
                <a:lnTo>
                  <a:pt x="2315146" y="1199997"/>
                </a:lnTo>
                <a:lnTo>
                  <a:pt x="2346147" y="1162367"/>
                </a:lnTo>
                <a:lnTo>
                  <a:pt x="2375090" y="1123289"/>
                </a:lnTo>
                <a:lnTo>
                  <a:pt x="2401963" y="1082852"/>
                </a:lnTo>
                <a:lnTo>
                  <a:pt x="2426703" y="1041146"/>
                </a:lnTo>
                <a:lnTo>
                  <a:pt x="2449296" y="998220"/>
                </a:lnTo>
                <a:lnTo>
                  <a:pt x="2469692" y="954163"/>
                </a:lnTo>
                <a:lnTo>
                  <a:pt x="2487841" y="909066"/>
                </a:lnTo>
                <a:lnTo>
                  <a:pt x="2503728" y="863003"/>
                </a:lnTo>
                <a:lnTo>
                  <a:pt x="2517305" y="816038"/>
                </a:lnTo>
                <a:lnTo>
                  <a:pt x="2528570" y="768121"/>
                </a:lnTo>
                <a:lnTo>
                  <a:pt x="2537383" y="719772"/>
                </a:lnTo>
                <a:lnTo>
                  <a:pt x="2543797" y="670623"/>
                </a:lnTo>
                <a:lnTo>
                  <a:pt x="2547759" y="6208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19D732E8-EC00-6414-C70B-B8960BA6B73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435720" y="2117151"/>
            <a:ext cx="2272560" cy="179977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Adicionar texto</a:t>
            </a:r>
            <a:endParaRPr lang="en-GB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0BB6F7B4-6982-DE47-7D4B-EEFD3583691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435720" y="4129329"/>
            <a:ext cx="2272560" cy="8539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0F016A90-6782-B3AF-9B1E-8361789233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83720" y="2117151"/>
            <a:ext cx="2272560" cy="179977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Adicionar texto</a:t>
            </a:r>
            <a:endParaRPr lang="en-GB" dirty="0"/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63D67B86-1B35-B6F7-9A0F-771FE1AC33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83720" y="4129329"/>
            <a:ext cx="2272560" cy="8539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BD13C194-44EB-7E01-AFEE-8D7F30BFF12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7720" y="2117151"/>
            <a:ext cx="2272560" cy="179977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Adicionar texto</a:t>
            </a:r>
            <a:endParaRPr lang="en-GB" dirty="0"/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7DDD7996-4B15-9C01-25E5-E37C30923B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7720" y="4129329"/>
            <a:ext cx="2272560" cy="8539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ACF9A105-4F50-BB60-692B-831508CFD1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98123" y="647311"/>
            <a:ext cx="8648063" cy="58526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200" b="1" kern="1200" spc="-6" dirty="0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4750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Interior. Foto + 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05911002-6338-6F9B-B0CA-BA6BE1F25F9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96566" y="604838"/>
            <a:ext cx="4461609" cy="52816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05722AC1-8A23-6494-99CB-E6C6394DBD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4019" y="604191"/>
            <a:ext cx="2696411" cy="279076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12700" marR="5080" indent="0" algn="l" defTabSz="914400" rtl="0" eaLnBrk="1" fontAlgn="auto" latinLnBrk="0" hangingPunct="1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4400" b="1" kern="1200" spc="-6">
                <a:solidFill>
                  <a:srgbClr val="9D9D9C"/>
                </a:solidFill>
                <a:latin typeface="Santander Headline"/>
                <a:ea typeface="+mn-ea"/>
                <a:cs typeface="Santander Headline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dirty="0"/>
              <a:t>Clique para editar o texto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13B852A9-E2D3-653A-8941-4844BE0CD4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09519" y="4101966"/>
            <a:ext cx="2976700" cy="17848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BB97BCE7-B63D-1A81-AA95-B53040B52C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09519" y="3684590"/>
            <a:ext cx="2976700" cy="3682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GB" sz="1304" b="1" dirty="0">
                <a:solidFill>
                  <a:schemeClr val="accent1"/>
                </a:solidFill>
                <a:latin typeface="Santander Micro Text"/>
                <a:cs typeface="Santander Micro Text"/>
              </a:defRPr>
            </a:lvl1pPr>
          </a:lstStyle>
          <a:p>
            <a:pPr marL="7702" lvl="0">
              <a:spcBef>
                <a:spcPts val="55"/>
              </a:spcBef>
            </a:pPr>
            <a:r>
              <a:rPr lang="es-ES" dirty="0"/>
              <a:t>Clique para editar o texto</a:t>
            </a:r>
            <a:endParaRPr lang="en-GB" dirty="0"/>
          </a:p>
        </p:txBody>
      </p:sp>
      <p:sp>
        <p:nvSpPr>
          <p:cNvPr id="24" name="Marcador de posición de imagen 23">
            <a:extLst>
              <a:ext uri="{FF2B5EF4-FFF2-40B4-BE49-F238E27FC236}">
                <a16:creationId xmlns:a16="http://schemas.microsoft.com/office/drawing/2014/main" id="{A857DED4-8A91-10B8-362E-817464E9E91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609521" y="604839"/>
            <a:ext cx="2976055" cy="2821621"/>
          </a:xfrm>
          <a:custGeom>
            <a:avLst/>
            <a:gdLst>
              <a:gd name="connsiteX0" fmla="*/ 0 w 2976055"/>
              <a:gd name="connsiteY0" fmla="*/ 0 h 2821621"/>
              <a:gd name="connsiteX1" fmla="*/ 2976055 w 2976055"/>
              <a:gd name="connsiteY1" fmla="*/ 0 h 2821621"/>
              <a:gd name="connsiteX2" fmla="*/ 2976055 w 2976055"/>
              <a:gd name="connsiteY2" fmla="*/ 2224059 h 2821621"/>
              <a:gd name="connsiteX3" fmla="*/ 2378493 w 2976055"/>
              <a:gd name="connsiteY3" fmla="*/ 2821621 h 2821621"/>
              <a:gd name="connsiteX4" fmla="*/ 0 w 2976055"/>
              <a:gd name="connsiteY4" fmla="*/ 2821621 h 2821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6055" h="2821621">
                <a:moveTo>
                  <a:pt x="0" y="0"/>
                </a:moveTo>
                <a:lnTo>
                  <a:pt x="2976055" y="0"/>
                </a:lnTo>
                <a:lnTo>
                  <a:pt x="2976055" y="2224059"/>
                </a:lnTo>
                <a:lnTo>
                  <a:pt x="2378493" y="2821621"/>
                </a:lnTo>
                <a:lnTo>
                  <a:pt x="0" y="282162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object 43">
            <a:extLst>
              <a:ext uri="{FF2B5EF4-FFF2-40B4-BE49-F238E27FC236}">
                <a16:creationId xmlns:a16="http://schemas.microsoft.com/office/drawing/2014/main" id="{269E63E8-AB2C-2739-02D3-BD65599483E4}"/>
              </a:ext>
            </a:extLst>
          </p:cNvPr>
          <p:cNvSpPr/>
          <p:nvPr userDrawn="1"/>
        </p:nvSpPr>
        <p:spPr>
          <a:xfrm>
            <a:off x="4516759" y="4767973"/>
            <a:ext cx="1117921" cy="1105213"/>
          </a:xfrm>
          <a:custGeom>
            <a:avLst/>
            <a:gdLst/>
            <a:ahLst/>
            <a:cxnLst/>
            <a:rect l="l" t="t" r="r" b="b"/>
            <a:pathLst>
              <a:path w="1843404" h="1822450">
                <a:moveTo>
                  <a:pt x="1842875" y="0"/>
                </a:moveTo>
                <a:lnTo>
                  <a:pt x="0" y="1821934"/>
                </a:lnTo>
                <a:lnTo>
                  <a:pt x="1842875" y="1821934"/>
                </a:lnTo>
                <a:lnTo>
                  <a:pt x="18428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A5A39D03-B6FD-546D-A309-4C536BBF3F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4019" y="3704804"/>
            <a:ext cx="2696411" cy="8539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lang="es-ES" sz="1400" kern="1200" dirty="0" smtClean="0">
                <a:solidFill>
                  <a:schemeClr val="tx2"/>
                </a:solidFill>
                <a:latin typeface="Santander Micro Text"/>
                <a:ea typeface="+mn-ea"/>
                <a:cs typeface="Santander Micro Text"/>
              </a:defRPr>
            </a:lvl1pPr>
            <a:lvl2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2pPr>
            <a:lvl3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3pPr>
            <a:lvl4pPr>
              <a:defRPr lang="es-ES" sz="1304" kern="1200" dirty="0" smtClean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4pPr>
            <a:lvl5pPr>
              <a:defRPr lang="en-GB" sz="1304" kern="1200" dirty="0">
                <a:solidFill>
                  <a:srgbClr val="575756"/>
                </a:solidFill>
                <a:latin typeface="Santander Micro Text"/>
                <a:ea typeface="+mn-ea"/>
                <a:cs typeface="Santander Micro Text"/>
              </a:defRPr>
            </a:lvl5pPr>
          </a:lstStyle>
          <a:p>
            <a:pPr lvl="0"/>
            <a:r>
              <a:rPr lang="es-ES" dirty="0"/>
              <a:t>Clique para editar o texto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1461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terior. 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C7F4BA-5FED-7978-34AB-EDCA69AFAE74}"/>
              </a:ext>
            </a:extLst>
          </p:cNvPr>
          <p:cNvSpPr/>
          <p:nvPr userDrawn="1"/>
        </p:nvSpPr>
        <p:spPr>
          <a:xfrm>
            <a:off x="4859383" y="6531429"/>
            <a:ext cx="2438400" cy="32657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42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terior. 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EF52B742-7D9D-98C7-9FF9-E39859F76D8D}"/>
              </a:ext>
            </a:extLst>
          </p:cNvPr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24" b="16282"/>
          <a:stretch>
            <a:fillRect/>
          </a:stretch>
        </p:blipFill>
        <p:spPr>
          <a:xfrm>
            <a:off x="6160750" y="457200"/>
            <a:ext cx="5637658" cy="6023180"/>
          </a:xfrm>
          <a:prstGeom prst="rect">
            <a:avLst/>
          </a:prstGeom>
        </p:spPr>
      </p:pic>
      <p:sp>
        <p:nvSpPr>
          <p:cNvPr id="21" name="object 4">
            <a:extLst>
              <a:ext uri="{FF2B5EF4-FFF2-40B4-BE49-F238E27FC236}">
                <a16:creationId xmlns:a16="http://schemas.microsoft.com/office/drawing/2014/main" id="{0696B6F0-B1FD-2E88-0884-1A9669AA8CA9}"/>
              </a:ext>
            </a:extLst>
          </p:cNvPr>
          <p:cNvSpPr/>
          <p:nvPr userDrawn="1"/>
        </p:nvSpPr>
        <p:spPr>
          <a:xfrm>
            <a:off x="9756856" y="4607946"/>
            <a:ext cx="2205221" cy="2029014"/>
          </a:xfrm>
          <a:custGeom>
            <a:avLst/>
            <a:gdLst/>
            <a:ahLst/>
            <a:cxnLst/>
            <a:rect l="l" t="t" r="r" b="b"/>
            <a:pathLst>
              <a:path w="3719194" h="3422015">
                <a:moveTo>
                  <a:pt x="3719143" y="0"/>
                </a:moveTo>
                <a:lnTo>
                  <a:pt x="0" y="3421613"/>
                </a:lnTo>
                <a:lnTo>
                  <a:pt x="3719143" y="3421613"/>
                </a:lnTo>
                <a:lnTo>
                  <a:pt x="37191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96CF14EB-17B7-C86B-3E02-66969EB2EB0A}"/>
              </a:ext>
            </a:extLst>
          </p:cNvPr>
          <p:cNvGrpSpPr/>
          <p:nvPr/>
        </p:nvGrpSpPr>
        <p:grpSpPr>
          <a:xfrm>
            <a:off x="11064240" y="5745904"/>
            <a:ext cx="734168" cy="734168"/>
            <a:chOff x="18377262" y="9517176"/>
            <a:chExt cx="1183203" cy="1183202"/>
          </a:xfrm>
          <a:solidFill>
            <a:srgbClr val="323232"/>
          </a:solidFill>
        </p:grpSpPr>
        <p:sp>
          <p:nvSpPr>
            <p:cNvPr id="26" name="object 5">
              <a:extLst>
                <a:ext uri="{FF2B5EF4-FFF2-40B4-BE49-F238E27FC236}">
                  <a16:creationId xmlns:a16="http://schemas.microsoft.com/office/drawing/2014/main" id="{36B7A8A5-415C-699D-E72C-94991DCCD44D}"/>
                </a:ext>
              </a:extLst>
            </p:cNvPr>
            <p:cNvSpPr/>
            <p:nvPr/>
          </p:nvSpPr>
          <p:spPr>
            <a:xfrm>
              <a:off x="19323611" y="10463524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6">
              <a:extLst>
                <a:ext uri="{FF2B5EF4-FFF2-40B4-BE49-F238E27FC236}">
                  <a16:creationId xmlns:a16="http://schemas.microsoft.com/office/drawing/2014/main" id="{D689D030-65DA-843F-8F0F-64291C6BCD83}"/>
                </a:ext>
              </a:extLst>
            </p:cNvPr>
            <p:cNvSpPr/>
            <p:nvPr/>
          </p:nvSpPr>
          <p:spPr>
            <a:xfrm>
              <a:off x="19323611" y="9990355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7">
              <a:extLst>
                <a:ext uri="{FF2B5EF4-FFF2-40B4-BE49-F238E27FC236}">
                  <a16:creationId xmlns:a16="http://schemas.microsoft.com/office/drawing/2014/main" id="{2A4D9B82-8F2A-7D7A-7E41-7B3B1425CFDA}"/>
                </a:ext>
              </a:extLst>
            </p:cNvPr>
            <p:cNvSpPr/>
            <p:nvPr/>
          </p:nvSpPr>
          <p:spPr>
            <a:xfrm>
              <a:off x="18850430" y="9517176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8">
              <a:extLst>
                <a:ext uri="{FF2B5EF4-FFF2-40B4-BE49-F238E27FC236}">
                  <a16:creationId xmlns:a16="http://schemas.microsoft.com/office/drawing/2014/main" id="{3BC5AE30-E1F0-5EFE-6594-23CE80BD4754}"/>
                </a:ext>
              </a:extLst>
            </p:cNvPr>
            <p:cNvSpPr/>
            <p:nvPr/>
          </p:nvSpPr>
          <p:spPr>
            <a:xfrm>
              <a:off x="18377262" y="10463524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9">
              <a:extLst>
                <a:ext uri="{FF2B5EF4-FFF2-40B4-BE49-F238E27FC236}">
                  <a16:creationId xmlns:a16="http://schemas.microsoft.com/office/drawing/2014/main" id="{5317FF8E-BECF-67EF-D5A3-7D72440DF3F9}"/>
                </a:ext>
              </a:extLst>
            </p:cNvPr>
            <p:cNvSpPr/>
            <p:nvPr/>
          </p:nvSpPr>
          <p:spPr>
            <a:xfrm>
              <a:off x="18850430" y="9990355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10">
              <a:extLst>
                <a:ext uri="{FF2B5EF4-FFF2-40B4-BE49-F238E27FC236}">
                  <a16:creationId xmlns:a16="http://schemas.microsoft.com/office/drawing/2014/main" id="{75A2EC8C-93C4-FC3D-6CAC-876D70EF2E29}"/>
                </a:ext>
              </a:extLst>
            </p:cNvPr>
            <p:cNvSpPr/>
            <p:nvPr/>
          </p:nvSpPr>
          <p:spPr>
            <a:xfrm>
              <a:off x="19323611" y="9517176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1">
              <a:extLst>
                <a:ext uri="{FF2B5EF4-FFF2-40B4-BE49-F238E27FC236}">
                  <a16:creationId xmlns:a16="http://schemas.microsoft.com/office/drawing/2014/main" id="{486810E9-E7D0-3329-9809-F484F4BD4383}"/>
                </a:ext>
              </a:extLst>
            </p:cNvPr>
            <p:cNvSpPr/>
            <p:nvPr/>
          </p:nvSpPr>
          <p:spPr>
            <a:xfrm>
              <a:off x="18377262" y="9990355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2">
              <a:extLst>
                <a:ext uri="{FF2B5EF4-FFF2-40B4-BE49-F238E27FC236}">
                  <a16:creationId xmlns:a16="http://schemas.microsoft.com/office/drawing/2014/main" id="{48085A23-AD1F-301C-23E8-D6770791B324}"/>
                </a:ext>
              </a:extLst>
            </p:cNvPr>
            <p:cNvSpPr/>
            <p:nvPr/>
          </p:nvSpPr>
          <p:spPr>
            <a:xfrm>
              <a:off x="18377262" y="9517176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13">
              <a:extLst>
                <a:ext uri="{FF2B5EF4-FFF2-40B4-BE49-F238E27FC236}">
                  <a16:creationId xmlns:a16="http://schemas.microsoft.com/office/drawing/2014/main" id="{B367D949-6EEA-4037-0A1E-E523FD5B93BE}"/>
                </a:ext>
              </a:extLst>
            </p:cNvPr>
            <p:cNvSpPr/>
            <p:nvPr/>
          </p:nvSpPr>
          <p:spPr>
            <a:xfrm>
              <a:off x="18850430" y="10463524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5" h="236854">
                  <a:moveTo>
                    <a:pt x="236589" y="0"/>
                  </a:moveTo>
                  <a:lnTo>
                    <a:pt x="0" y="0"/>
                  </a:lnTo>
                  <a:lnTo>
                    <a:pt x="0" y="236589"/>
                  </a:lnTo>
                  <a:lnTo>
                    <a:pt x="236589" y="236589"/>
                  </a:lnTo>
                  <a:lnTo>
                    <a:pt x="2365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605A38CA-EAEE-AA0E-2BD2-79ACE8241C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6333" y="3017089"/>
            <a:ext cx="2022406" cy="45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04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2D0A37-4918-42BF-E49E-215261A5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fld id="{B48B2F61-3B4E-4CA1-A76B-0F9A739AA69E}" type="datetimeFigureOut">
              <a:rPr lang="pt-BR" smtClean="0"/>
              <a:pPr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BB289A-C39A-DF34-5C80-ADC057EB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9C1A5A-D1ED-D2E3-9238-70F07805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fld id="{FFBE34D1-2FF4-425B-94C8-AEF336CD71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FFD4662-644E-8EE1-1691-E53744E35D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" y="3018"/>
            <a:ext cx="12192000" cy="6858000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112A8316-EFEF-F59E-3E75-15658B6F5B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20653" y="528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760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2D0A37-4918-42BF-E49E-215261A5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fld id="{B48B2F61-3B4E-4CA1-A76B-0F9A739AA69E}" type="datetimeFigureOut">
              <a:rPr lang="pt-BR" smtClean="0"/>
              <a:pPr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BB289A-C39A-DF34-5C80-ADC057EB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9C1A5A-D1ED-D2E3-9238-70F07805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fld id="{FFBE34D1-2FF4-425B-94C8-AEF336CD71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FFD4662-644E-8EE1-1691-E53744E35D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" y="3018"/>
            <a:ext cx="12192000" cy="6858000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112A8316-EFEF-F59E-3E75-15658B6F5B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20653" y="528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94565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2D0A37-4918-42BF-E49E-215261A5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fld id="{B48B2F61-3B4E-4CA1-A76B-0F9A739AA69E}" type="datetimeFigureOut">
              <a:rPr lang="pt-BR" smtClean="0"/>
              <a:pPr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BB289A-C39A-DF34-5C80-ADC057EB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9C1A5A-D1ED-D2E3-9238-70F07805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fld id="{FFBE34D1-2FF4-425B-94C8-AEF336CD71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FFD4662-644E-8EE1-1691-E53744E35D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" y="3018"/>
            <a:ext cx="12192000" cy="6858000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112A8316-EFEF-F59E-3E75-15658B6F5B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20653" y="528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6429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2D0A37-4918-42BF-E49E-215261A5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fld id="{B48B2F61-3B4E-4CA1-A76B-0F9A739AA69E}" type="datetimeFigureOut">
              <a:rPr lang="pt-BR" smtClean="0"/>
              <a:pPr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BB289A-C39A-DF34-5C80-ADC057EB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9C1A5A-D1ED-D2E3-9238-70F07805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fld id="{FFBE34D1-2FF4-425B-94C8-AEF336CD71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FFD4662-644E-8EE1-1691-E53744E35D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" y="3018"/>
            <a:ext cx="12192000" cy="6858000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112A8316-EFEF-F59E-3E75-15658B6F5B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20653" y="528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928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2D0A37-4918-42BF-E49E-215261A5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fld id="{B48B2F61-3B4E-4CA1-A76B-0F9A739AA69E}" type="datetimeFigureOut">
              <a:rPr lang="pt-BR" smtClean="0"/>
              <a:pPr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BB289A-C39A-DF34-5C80-ADC057EB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9C1A5A-D1ED-D2E3-9238-70F07805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fld id="{FFBE34D1-2FF4-425B-94C8-AEF336CD71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FFD4662-644E-8EE1-1691-E53744E35D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" y="3018"/>
            <a:ext cx="12192000" cy="6858000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112A8316-EFEF-F59E-3E75-15658B6F5B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20653" y="528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6333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2D0A37-4918-42BF-E49E-215261A5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fld id="{B48B2F61-3B4E-4CA1-A76B-0F9A739AA69E}" type="datetimeFigureOut">
              <a:rPr lang="pt-BR" smtClean="0"/>
              <a:pPr/>
              <a:t>23/09/2026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BB289A-C39A-DF34-5C80-ADC057EB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9C1A5A-D1ED-D2E3-9238-70F07805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fld id="{FFBE34D1-2FF4-425B-94C8-AEF336CD716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37900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. 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2">
            <a:extLst>
              <a:ext uri="{FF2B5EF4-FFF2-40B4-BE49-F238E27FC236}">
                <a16:creationId xmlns:a16="http://schemas.microsoft.com/office/drawing/2014/main" id="{012B990D-BA78-C0ED-6155-BE21813DE64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92" y="0"/>
            <a:ext cx="7905618" cy="6857796"/>
          </a:xfrm>
        </p:spPr>
        <p:txBody>
          <a:bodyPr>
            <a:normAutofit/>
          </a:bodyPr>
          <a:lstStyle>
            <a:lvl1pPr marL="0" indent="0">
              <a:lnSpc>
                <a:spcPct val="300000"/>
              </a:lnSpc>
              <a:buNone/>
              <a:defRPr sz="1800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</a:lstStyle>
          <a:p>
            <a:endParaRPr lang="es-ES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05F83ED9-C637-372D-EFB2-5BEC2569AE3B}"/>
              </a:ext>
            </a:extLst>
          </p:cNvPr>
          <p:cNvSpPr/>
          <p:nvPr/>
        </p:nvSpPr>
        <p:spPr>
          <a:xfrm>
            <a:off x="7905618" y="2571618"/>
            <a:ext cx="4286382" cy="4286382"/>
          </a:xfrm>
          <a:custGeom>
            <a:avLst/>
            <a:gdLst/>
            <a:ahLst/>
            <a:cxnLst/>
            <a:rect l="l" t="t" r="r" b="b"/>
            <a:pathLst>
              <a:path w="7068184" h="7068184">
                <a:moveTo>
                  <a:pt x="7067847" y="0"/>
                </a:moveTo>
                <a:lnTo>
                  <a:pt x="0" y="0"/>
                </a:lnTo>
                <a:lnTo>
                  <a:pt x="0" y="7067847"/>
                </a:lnTo>
                <a:lnTo>
                  <a:pt x="7067847" y="7067847"/>
                </a:lnTo>
                <a:lnTo>
                  <a:pt x="7067847" y="0"/>
                </a:lnTo>
                <a:close/>
              </a:path>
            </a:pathLst>
          </a:custGeom>
          <a:solidFill>
            <a:srgbClr val="D7EA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21B0EFC-9036-6A43-CCE1-3599F2CA5418}"/>
              </a:ext>
            </a:extLst>
          </p:cNvPr>
          <p:cNvSpPr/>
          <p:nvPr/>
        </p:nvSpPr>
        <p:spPr>
          <a:xfrm>
            <a:off x="10031283" y="4697270"/>
            <a:ext cx="2160713" cy="2160713"/>
          </a:xfrm>
          <a:custGeom>
            <a:avLst/>
            <a:gdLst/>
            <a:ahLst/>
            <a:cxnLst/>
            <a:rect l="l" t="t" r="r" b="b"/>
            <a:pathLst>
              <a:path w="3562984" h="3562984">
                <a:moveTo>
                  <a:pt x="3562655" y="0"/>
                </a:moveTo>
                <a:lnTo>
                  <a:pt x="0" y="0"/>
                </a:lnTo>
                <a:lnTo>
                  <a:pt x="0" y="3562676"/>
                </a:lnTo>
                <a:lnTo>
                  <a:pt x="3562655" y="3562676"/>
                </a:lnTo>
                <a:lnTo>
                  <a:pt x="3562655" y="0"/>
                </a:lnTo>
                <a:close/>
              </a:path>
            </a:pathLst>
          </a:custGeom>
          <a:solidFill>
            <a:srgbClr val="C5D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5719C3D-0E8B-789C-7D6F-7916367CCBBA}"/>
              </a:ext>
            </a:extLst>
          </p:cNvPr>
          <p:cNvSpPr/>
          <p:nvPr/>
        </p:nvSpPr>
        <p:spPr>
          <a:xfrm>
            <a:off x="11076697" y="5742691"/>
            <a:ext cx="1115207" cy="1115207"/>
          </a:xfrm>
          <a:custGeom>
            <a:avLst/>
            <a:gdLst/>
            <a:ahLst/>
            <a:cxnLst/>
            <a:rect l="l" t="t" r="r" b="b"/>
            <a:pathLst>
              <a:path w="1838959" h="1838959">
                <a:moveTo>
                  <a:pt x="1838781" y="0"/>
                </a:moveTo>
                <a:lnTo>
                  <a:pt x="0" y="0"/>
                </a:lnTo>
                <a:lnTo>
                  <a:pt x="0" y="1838792"/>
                </a:lnTo>
                <a:lnTo>
                  <a:pt x="1838781" y="1838792"/>
                </a:lnTo>
                <a:lnTo>
                  <a:pt x="1838781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bg object 17">
            <a:extLst>
              <a:ext uri="{FF2B5EF4-FFF2-40B4-BE49-F238E27FC236}">
                <a16:creationId xmlns:a16="http://schemas.microsoft.com/office/drawing/2014/main" id="{52336296-D63B-AD59-CA80-E2356ABD3E2A}"/>
              </a:ext>
            </a:extLst>
          </p:cNvPr>
          <p:cNvSpPr/>
          <p:nvPr userDrawn="1"/>
        </p:nvSpPr>
        <p:spPr>
          <a:xfrm>
            <a:off x="169577" y="6393275"/>
            <a:ext cx="353124" cy="353124"/>
          </a:xfrm>
          <a:custGeom>
            <a:avLst/>
            <a:gdLst/>
            <a:ahLst/>
            <a:cxnLst/>
            <a:rect l="l" t="t" r="r" b="b"/>
            <a:pathLst>
              <a:path w="582294" h="582295">
                <a:moveTo>
                  <a:pt x="116420" y="465683"/>
                </a:moveTo>
                <a:lnTo>
                  <a:pt x="0" y="465683"/>
                </a:lnTo>
                <a:lnTo>
                  <a:pt x="0" y="582117"/>
                </a:lnTo>
                <a:lnTo>
                  <a:pt x="116420" y="582117"/>
                </a:lnTo>
                <a:lnTo>
                  <a:pt x="116420" y="465683"/>
                </a:lnTo>
                <a:close/>
              </a:path>
              <a:path w="582294" h="582295">
                <a:moveTo>
                  <a:pt x="116420" y="232841"/>
                </a:moveTo>
                <a:lnTo>
                  <a:pt x="0" y="232841"/>
                </a:lnTo>
                <a:lnTo>
                  <a:pt x="0" y="349262"/>
                </a:lnTo>
                <a:lnTo>
                  <a:pt x="116420" y="349262"/>
                </a:lnTo>
                <a:lnTo>
                  <a:pt x="116420" y="232841"/>
                </a:lnTo>
                <a:close/>
              </a:path>
              <a:path w="582294" h="582295">
                <a:moveTo>
                  <a:pt x="116420" y="0"/>
                </a:moveTo>
                <a:lnTo>
                  <a:pt x="0" y="0"/>
                </a:lnTo>
                <a:lnTo>
                  <a:pt x="0" y="116420"/>
                </a:lnTo>
                <a:lnTo>
                  <a:pt x="116420" y="116420"/>
                </a:lnTo>
                <a:lnTo>
                  <a:pt x="116420" y="0"/>
                </a:lnTo>
                <a:close/>
              </a:path>
              <a:path w="582294" h="582295">
                <a:moveTo>
                  <a:pt x="349275" y="465683"/>
                </a:moveTo>
                <a:lnTo>
                  <a:pt x="232854" y="465683"/>
                </a:lnTo>
                <a:lnTo>
                  <a:pt x="232854" y="582117"/>
                </a:lnTo>
                <a:lnTo>
                  <a:pt x="349275" y="582117"/>
                </a:lnTo>
                <a:lnTo>
                  <a:pt x="349275" y="465683"/>
                </a:lnTo>
                <a:close/>
              </a:path>
              <a:path w="582294" h="582295">
                <a:moveTo>
                  <a:pt x="349275" y="232841"/>
                </a:moveTo>
                <a:lnTo>
                  <a:pt x="232854" y="232841"/>
                </a:lnTo>
                <a:lnTo>
                  <a:pt x="232854" y="349262"/>
                </a:lnTo>
                <a:lnTo>
                  <a:pt x="349275" y="349262"/>
                </a:lnTo>
                <a:lnTo>
                  <a:pt x="349275" y="232841"/>
                </a:lnTo>
                <a:close/>
              </a:path>
              <a:path w="582294" h="582295">
                <a:moveTo>
                  <a:pt x="349275" y="0"/>
                </a:moveTo>
                <a:lnTo>
                  <a:pt x="232854" y="0"/>
                </a:lnTo>
                <a:lnTo>
                  <a:pt x="232854" y="116420"/>
                </a:lnTo>
                <a:lnTo>
                  <a:pt x="349275" y="116420"/>
                </a:lnTo>
                <a:lnTo>
                  <a:pt x="349275" y="0"/>
                </a:lnTo>
                <a:close/>
              </a:path>
              <a:path w="582294" h="582295">
                <a:moveTo>
                  <a:pt x="582129" y="465683"/>
                </a:moveTo>
                <a:lnTo>
                  <a:pt x="465709" y="465683"/>
                </a:lnTo>
                <a:lnTo>
                  <a:pt x="465709" y="582117"/>
                </a:lnTo>
                <a:lnTo>
                  <a:pt x="582129" y="582117"/>
                </a:lnTo>
                <a:lnTo>
                  <a:pt x="582129" y="465683"/>
                </a:lnTo>
                <a:close/>
              </a:path>
              <a:path w="582294" h="582295">
                <a:moveTo>
                  <a:pt x="582129" y="232841"/>
                </a:moveTo>
                <a:lnTo>
                  <a:pt x="465709" y="232841"/>
                </a:lnTo>
                <a:lnTo>
                  <a:pt x="465709" y="349262"/>
                </a:lnTo>
                <a:lnTo>
                  <a:pt x="582129" y="349262"/>
                </a:lnTo>
                <a:lnTo>
                  <a:pt x="582129" y="232841"/>
                </a:lnTo>
                <a:close/>
              </a:path>
              <a:path w="582294" h="582295">
                <a:moveTo>
                  <a:pt x="582129" y="0"/>
                </a:moveTo>
                <a:lnTo>
                  <a:pt x="465709" y="0"/>
                </a:lnTo>
                <a:lnTo>
                  <a:pt x="465709" y="116420"/>
                </a:lnTo>
                <a:lnTo>
                  <a:pt x="582129" y="116420"/>
                </a:lnTo>
                <a:lnTo>
                  <a:pt x="582129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85ECED55-FEF3-19B8-22E3-733BEBB2FA2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348225"/>
            <a:ext cx="1372692" cy="1372692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8914706B-49C2-FC44-BAA8-677401FE32E0}"/>
              </a:ext>
            </a:extLst>
          </p:cNvPr>
          <p:cNvSpPr/>
          <p:nvPr userDrawn="1"/>
        </p:nvSpPr>
        <p:spPr>
          <a:xfrm>
            <a:off x="11087100" y="5771646"/>
            <a:ext cx="1104900" cy="1086353"/>
          </a:xfrm>
          <a:custGeom>
            <a:avLst/>
            <a:gdLst/>
            <a:ahLst/>
            <a:cxnLst/>
            <a:rect l="l" t="t" r="r" b="b"/>
            <a:pathLst>
              <a:path w="1853565" h="1822450">
                <a:moveTo>
                  <a:pt x="1853346" y="0"/>
                </a:moveTo>
                <a:lnTo>
                  <a:pt x="10470" y="1821934"/>
                </a:lnTo>
                <a:lnTo>
                  <a:pt x="0" y="1821934"/>
                </a:lnTo>
                <a:lnTo>
                  <a:pt x="1853346" y="1821934"/>
                </a:lnTo>
                <a:lnTo>
                  <a:pt x="18533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43317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2">
          <p15:clr>
            <a:srgbClr val="FBAE40"/>
          </p15:clr>
        </p15:guide>
        <p15:guide id="2" pos="7340">
          <p15:clr>
            <a:srgbClr val="FBAE40"/>
          </p15:clr>
        </p15:guide>
        <p15:guide id="3" orient="horz" pos="3980">
          <p15:clr>
            <a:srgbClr val="FBAE40"/>
          </p15:clr>
        </p15:guide>
        <p15:guide id="5" pos="341">
          <p15:clr>
            <a:srgbClr val="FBAE40"/>
          </p15:clr>
        </p15:guide>
        <p15:guide id="6" orient="horz" pos="3638">
          <p15:clr>
            <a:srgbClr val="FBAE40"/>
          </p15:clr>
        </p15:guide>
        <p15:guide id="7" orient="horz" pos="90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47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 object 16">
            <a:extLst>
              <a:ext uri="{FF2B5EF4-FFF2-40B4-BE49-F238E27FC236}">
                <a16:creationId xmlns:a16="http://schemas.microsoft.com/office/drawing/2014/main" id="{789E3D2B-1B0D-E4A6-B859-B1633A2B9311}"/>
              </a:ext>
            </a:extLst>
          </p:cNvPr>
          <p:cNvSpPr/>
          <p:nvPr userDrawn="1"/>
        </p:nvSpPr>
        <p:spPr>
          <a:xfrm>
            <a:off x="1" y="6268156"/>
            <a:ext cx="11588768" cy="603429"/>
          </a:xfrm>
          <a:custGeom>
            <a:avLst/>
            <a:gdLst/>
            <a:ahLst/>
            <a:cxnLst/>
            <a:rect l="l" t="t" r="r" b="b"/>
            <a:pathLst>
              <a:path w="19109690" h="995045">
                <a:moveTo>
                  <a:pt x="0" y="994734"/>
                </a:moveTo>
                <a:lnTo>
                  <a:pt x="19109365" y="994734"/>
                </a:lnTo>
                <a:lnTo>
                  <a:pt x="19109365" y="0"/>
                </a:lnTo>
                <a:lnTo>
                  <a:pt x="0" y="0"/>
                </a:lnTo>
                <a:lnTo>
                  <a:pt x="0" y="994734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bg object 17">
            <a:extLst>
              <a:ext uri="{FF2B5EF4-FFF2-40B4-BE49-F238E27FC236}">
                <a16:creationId xmlns:a16="http://schemas.microsoft.com/office/drawing/2014/main" id="{69EC11CB-F29C-3F05-8259-3AAF7B34C53A}"/>
              </a:ext>
            </a:extLst>
          </p:cNvPr>
          <p:cNvSpPr/>
          <p:nvPr userDrawn="1"/>
        </p:nvSpPr>
        <p:spPr>
          <a:xfrm>
            <a:off x="169577" y="6393275"/>
            <a:ext cx="353124" cy="353124"/>
          </a:xfrm>
          <a:custGeom>
            <a:avLst/>
            <a:gdLst/>
            <a:ahLst/>
            <a:cxnLst/>
            <a:rect l="l" t="t" r="r" b="b"/>
            <a:pathLst>
              <a:path w="582294" h="582295">
                <a:moveTo>
                  <a:pt x="116420" y="465683"/>
                </a:moveTo>
                <a:lnTo>
                  <a:pt x="0" y="465683"/>
                </a:lnTo>
                <a:lnTo>
                  <a:pt x="0" y="582117"/>
                </a:lnTo>
                <a:lnTo>
                  <a:pt x="116420" y="582117"/>
                </a:lnTo>
                <a:lnTo>
                  <a:pt x="116420" y="465683"/>
                </a:lnTo>
                <a:close/>
              </a:path>
              <a:path w="582294" h="582295">
                <a:moveTo>
                  <a:pt x="116420" y="232841"/>
                </a:moveTo>
                <a:lnTo>
                  <a:pt x="0" y="232841"/>
                </a:lnTo>
                <a:lnTo>
                  <a:pt x="0" y="349262"/>
                </a:lnTo>
                <a:lnTo>
                  <a:pt x="116420" y="349262"/>
                </a:lnTo>
                <a:lnTo>
                  <a:pt x="116420" y="232841"/>
                </a:lnTo>
                <a:close/>
              </a:path>
              <a:path w="582294" h="582295">
                <a:moveTo>
                  <a:pt x="116420" y="0"/>
                </a:moveTo>
                <a:lnTo>
                  <a:pt x="0" y="0"/>
                </a:lnTo>
                <a:lnTo>
                  <a:pt x="0" y="116420"/>
                </a:lnTo>
                <a:lnTo>
                  <a:pt x="116420" y="116420"/>
                </a:lnTo>
                <a:lnTo>
                  <a:pt x="116420" y="0"/>
                </a:lnTo>
                <a:close/>
              </a:path>
              <a:path w="582294" h="582295">
                <a:moveTo>
                  <a:pt x="349275" y="465683"/>
                </a:moveTo>
                <a:lnTo>
                  <a:pt x="232854" y="465683"/>
                </a:lnTo>
                <a:lnTo>
                  <a:pt x="232854" y="582117"/>
                </a:lnTo>
                <a:lnTo>
                  <a:pt x="349275" y="582117"/>
                </a:lnTo>
                <a:lnTo>
                  <a:pt x="349275" y="465683"/>
                </a:lnTo>
                <a:close/>
              </a:path>
              <a:path w="582294" h="582295">
                <a:moveTo>
                  <a:pt x="349275" y="232841"/>
                </a:moveTo>
                <a:lnTo>
                  <a:pt x="232854" y="232841"/>
                </a:lnTo>
                <a:lnTo>
                  <a:pt x="232854" y="349262"/>
                </a:lnTo>
                <a:lnTo>
                  <a:pt x="349275" y="349262"/>
                </a:lnTo>
                <a:lnTo>
                  <a:pt x="349275" y="232841"/>
                </a:lnTo>
                <a:close/>
              </a:path>
              <a:path w="582294" h="582295">
                <a:moveTo>
                  <a:pt x="349275" y="0"/>
                </a:moveTo>
                <a:lnTo>
                  <a:pt x="232854" y="0"/>
                </a:lnTo>
                <a:lnTo>
                  <a:pt x="232854" y="116420"/>
                </a:lnTo>
                <a:lnTo>
                  <a:pt x="349275" y="116420"/>
                </a:lnTo>
                <a:lnTo>
                  <a:pt x="349275" y="0"/>
                </a:lnTo>
                <a:close/>
              </a:path>
              <a:path w="582294" h="582295">
                <a:moveTo>
                  <a:pt x="582129" y="465683"/>
                </a:moveTo>
                <a:lnTo>
                  <a:pt x="465709" y="465683"/>
                </a:lnTo>
                <a:lnTo>
                  <a:pt x="465709" y="582117"/>
                </a:lnTo>
                <a:lnTo>
                  <a:pt x="582129" y="582117"/>
                </a:lnTo>
                <a:lnTo>
                  <a:pt x="582129" y="465683"/>
                </a:lnTo>
                <a:close/>
              </a:path>
              <a:path w="582294" h="582295">
                <a:moveTo>
                  <a:pt x="582129" y="232841"/>
                </a:moveTo>
                <a:lnTo>
                  <a:pt x="465709" y="232841"/>
                </a:lnTo>
                <a:lnTo>
                  <a:pt x="465709" y="349262"/>
                </a:lnTo>
                <a:lnTo>
                  <a:pt x="582129" y="349262"/>
                </a:lnTo>
                <a:lnTo>
                  <a:pt x="582129" y="232841"/>
                </a:lnTo>
                <a:close/>
              </a:path>
              <a:path w="582294" h="582295">
                <a:moveTo>
                  <a:pt x="582129" y="0"/>
                </a:moveTo>
                <a:lnTo>
                  <a:pt x="465709" y="0"/>
                </a:lnTo>
                <a:lnTo>
                  <a:pt x="465709" y="116420"/>
                </a:lnTo>
                <a:lnTo>
                  <a:pt x="582129" y="116420"/>
                </a:lnTo>
                <a:lnTo>
                  <a:pt x="582129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bg object 18">
            <a:extLst>
              <a:ext uri="{FF2B5EF4-FFF2-40B4-BE49-F238E27FC236}">
                <a16:creationId xmlns:a16="http://schemas.microsoft.com/office/drawing/2014/main" id="{0E3B3E07-3C25-E95A-5FE6-EE2FDC9E5F21}"/>
              </a:ext>
            </a:extLst>
          </p:cNvPr>
          <p:cNvSpPr/>
          <p:nvPr userDrawn="1"/>
        </p:nvSpPr>
        <p:spPr>
          <a:xfrm>
            <a:off x="11588572" y="6268156"/>
            <a:ext cx="603429" cy="603429"/>
          </a:xfrm>
          <a:custGeom>
            <a:avLst/>
            <a:gdLst/>
            <a:ahLst/>
            <a:cxnLst/>
            <a:rect l="l" t="t" r="r" b="b"/>
            <a:pathLst>
              <a:path w="995044" h="995045">
                <a:moveTo>
                  <a:pt x="994723" y="0"/>
                </a:moveTo>
                <a:lnTo>
                  <a:pt x="0" y="0"/>
                </a:lnTo>
                <a:lnTo>
                  <a:pt x="0" y="994734"/>
                </a:lnTo>
                <a:lnTo>
                  <a:pt x="994723" y="994734"/>
                </a:lnTo>
                <a:lnTo>
                  <a:pt x="994723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bg object 19">
            <a:extLst>
              <a:ext uri="{FF2B5EF4-FFF2-40B4-BE49-F238E27FC236}">
                <a16:creationId xmlns:a16="http://schemas.microsoft.com/office/drawing/2014/main" id="{63827067-6942-4AFA-D3AB-F280CE24107A}"/>
              </a:ext>
            </a:extLst>
          </p:cNvPr>
          <p:cNvSpPr/>
          <p:nvPr userDrawn="1"/>
        </p:nvSpPr>
        <p:spPr>
          <a:xfrm>
            <a:off x="11887735" y="6567326"/>
            <a:ext cx="304218" cy="304218"/>
          </a:xfrm>
          <a:custGeom>
            <a:avLst/>
            <a:gdLst/>
            <a:ahLst/>
            <a:cxnLst/>
            <a:rect l="l" t="t" r="r" b="b"/>
            <a:pathLst>
              <a:path w="501650" h="501650">
                <a:moveTo>
                  <a:pt x="501408" y="0"/>
                </a:moveTo>
                <a:lnTo>
                  <a:pt x="0" y="0"/>
                </a:lnTo>
                <a:lnTo>
                  <a:pt x="0" y="501408"/>
                </a:lnTo>
                <a:lnTo>
                  <a:pt x="501408" y="501408"/>
                </a:lnTo>
                <a:lnTo>
                  <a:pt x="501408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bg object 20">
            <a:extLst>
              <a:ext uri="{FF2B5EF4-FFF2-40B4-BE49-F238E27FC236}">
                <a16:creationId xmlns:a16="http://schemas.microsoft.com/office/drawing/2014/main" id="{945ADC29-CCB9-5677-62C6-44E9837B721E}"/>
              </a:ext>
            </a:extLst>
          </p:cNvPr>
          <p:cNvSpPr/>
          <p:nvPr userDrawn="1"/>
        </p:nvSpPr>
        <p:spPr>
          <a:xfrm>
            <a:off x="12034876" y="6714460"/>
            <a:ext cx="157114" cy="157114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8787" y="0"/>
                </a:moveTo>
                <a:lnTo>
                  <a:pt x="0" y="0"/>
                </a:lnTo>
                <a:lnTo>
                  <a:pt x="0" y="258787"/>
                </a:lnTo>
                <a:lnTo>
                  <a:pt x="258787" y="258787"/>
                </a:lnTo>
                <a:lnTo>
                  <a:pt x="258787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304FD14-6E5E-B6E9-BC8B-2AC79C437FE2}"/>
              </a:ext>
            </a:extLst>
          </p:cNvPr>
          <p:cNvSpPr txBox="1"/>
          <p:nvPr userDrawn="1"/>
        </p:nvSpPr>
        <p:spPr>
          <a:xfrm>
            <a:off x="664032" y="6488309"/>
            <a:ext cx="622989" cy="1580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fld id="{E3980973-46F5-4CF7-B567-7295FE0523D3}" type="slidenum">
              <a:rPr lang="es-ES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‹nº›</a:t>
            </a:fld>
            <a:endParaRPr lang="es-ES" sz="10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AFDBBEA-0878-80D2-FC7F-52117686935A}"/>
              </a:ext>
            </a:extLst>
          </p:cNvPr>
          <p:cNvSpPr/>
          <p:nvPr userDrawn="1"/>
        </p:nvSpPr>
        <p:spPr>
          <a:xfrm>
            <a:off x="-514728" y="357154"/>
            <a:ext cx="339115" cy="339115"/>
          </a:xfrm>
          <a:prstGeom prst="rect">
            <a:avLst/>
          </a:prstGeom>
          <a:solidFill>
            <a:srgbClr val="8BC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C5414B4-8D52-F7FA-F3F3-6D9F415E41B7}"/>
              </a:ext>
            </a:extLst>
          </p:cNvPr>
          <p:cNvSpPr/>
          <p:nvPr userDrawn="1"/>
        </p:nvSpPr>
        <p:spPr>
          <a:xfrm>
            <a:off x="-514729" y="714308"/>
            <a:ext cx="339115" cy="339115"/>
          </a:xfrm>
          <a:prstGeom prst="rect">
            <a:avLst/>
          </a:prstGeom>
          <a:solidFill>
            <a:srgbClr val="D8EE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F673809-5BCA-2A8D-A79F-9155A37E6A1D}"/>
              </a:ext>
            </a:extLst>
          </p:cNvPr>
          <p:cNvSpPr/>
          <p:nvPr userDrawn="1"/>
        </p:nvSpPr>
        <p:spPr>
          <a:xfrm>
            <a:off x="-513881" y="1767731"/>
            <a:ext cx="339115" cy="3391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8706E8F-161C-CF51-DE71-E9D4C8436F85}"/>
              </a:ext>
            </a:extLst>
          </p:cNvPr>
          <p:cNvSpPr/>
          <p:nvPr userDrawn="1"/>
        </p:nvSpPr>
        <p:spPr>
          <a:xfrm>
            <a:off x="-514728" y="0"/>
            <a:ext cx="339115" cy="339115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B6A062D-F9B6-0F5B-B17D-34EA0EDC4473}"/>
              </a:ext>
            </a:extLst>
          </p:cNvPr>
          <p:cNvSpPr/>
          <p:nvPr userDrawn="1"/>
        </p:nvSpPr>
        <p:spPr>
          <a:xfrm>
            <a:off x="-514730" y="1067392"/>
            <a:ext cx="339115" cy="3391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E256805-4BEC-F843-34CD-F0B8BCB9FBCD}"/>
              </a:ext>
            </a:extLst>
          </p:cNvPr>
          <p:cNvSpPr/>
          <p:nvPr userDrawn="1"/>
        </p:nvSpPr>
        <p:spPr>
          <a:xfrm>
            <a:off x="-514731" y="1428616"/>
            <a:ext cx="339115" cy="339115"/>
          </a:xfrm>
          <a:prstGeom prst="rect">
            <a:avLst/>
          </a:prstGeom>
          <a:solidFill>
            <a:srgbClr val="9E9D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4B6F9A1-6A60-0D76-7226-9C11DCF1BCF2}"/>
              </a:ext>
            </a:extLst>
          </p:cNvPr>
          <p:cNvSpPr/>
          <p:nvPr userDrawn="1"/>
        </p:nvSpPr>
        <p:spPr>
          <a:xfrm>
            <a:off x="-513884" y="2120815"/>
            <a:ext cx="339115" cy="3391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AD83F6D-9343-C5B4-2D1C-C227CEED76A7}"/>
              </a:ext>
            </a:extLst>
          </p:cNvPr>
          <p:cNvSpPr/>
          <p:nvPr userDrawn="1"/>
        </p:nvSpPr>
        <p:spPr>
          <a:xfrm>
            <a:off x="-513010" y="2477969"/>
            <a:ext cx="158311" cy="158311"/>
          </a:xfrm>
          <a:prstGeom prst="rect">
            <a:avLst/>
          </a:prstGeom>
          <a:solidFill>
            <a:srgbClr val="9E36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B547759-F3C1-7321-70EE-192D90C581AA}"/>
              </a:ext>
            </a:extLst>
          </p:cNvPr>
          <p:cNvSpPr/>
          <p:nvPr userDrawn="1"/>
        </p:nvSpPr>
        <p:spPr>
          <a:xfrm>
            <a:off x="-513010" y="2654319"/>
            <a:ext cx="158311" cy="158311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65A6BFA-6276-BF16-8F11-83F3B266B237}"/>
              </a:ext>
            </a:extLst>
          </p:cNvPr>
          <p:cNvSpPr/>
          <p:nvPr userDrawn="1"/>
        </p:nvSpPr>
        <p:spPr>
          <a:xfrm>
            <a:off x="-513010" y="2829343"/>
            <a:ext cx="158311" cy="158311"/>
          </a:xfrm>
          <a:prstGeom prst="rect">
            <a:avLst/>
          </a:prstGeom>
          <a:solidFill>
            <a:srgbClr val="1BB3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82F1E2D-7AEB-AA39-9867-9EEE851FBD22}"/>
              </a:ext>
            </a:extLst>
          </p:cNvPr>
          <p:cNvSpPr/>
          <p:nvPr userDrawn="1"/>
        </p:nvSpPr>
        <p:spPr>
          <a:xfrm>
            <a:off x="-334918" y="2476410"/>
            <a:ext cx="158311" cy="158311"/>
          </a:xfrm>
          <a:prstGeom prst="rect">
            <a:avLst/>
          </a:prstGeom>
          <a:solidFill>
            <a:srgbClr val="63BA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8D5490C-494B-C230-C0EF-158D61BD83A9}"/>
              </a:ext>
            </a:extLst>
          </p:cNvPr>
          <p:cNvSpPr/>
          <p:nvPr userDrawn="1"/>
        </p:nvSpPr>
        <p:spPr>
          <a:xfrm>
            <a:off x="-334918" y="2652760"/>
            <a:ext cx="158311" cy="158311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DCF30FF4-5831-C76A-F95F-66118D72DD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790262" y="234345"/>
            <a:ext cx="1106877" cy="24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031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33" r:id="rId2"/>
    <p:sldLayoutId id="2147483728" r:id="rId3"/>
    <p:sldLayoutId id="2147483681" r:id="rId4"/>
    <p:sldLayoutId id="2147483672" r:id="rId5"/>
    <p:sldLayoutId id="2147483680" r:id="rId6"/>
    <p:sldLayoutId id="2147483683" r:id="rId7"/>
    <p:sldLayoutId id="2147483684" r:id="rId8"/>
    <p:sldLayoutId id="2147483685" r:id="rId9"/>
    <p:sldLayoutId id="2147483686" r:id="rId10"/>
    <p:sldLayoutId id="2147483682" r:id="rId11"/>
    <p:sldLayoutId id="2147483677" r:id="rId12"/>
    <p:sldLayoutId id="2147483688" r:id="rId13"/>
    <p:sldLayoutId id="2147483689" r:id="rId14"/>
    <p:sldLayoutId id="2147483690" r:id="rId15"/>
    <p:sldLayoutId id="2147483702" r:id="rId16"/>
    <p:sldLayoutId id="2147483691" r:id="rId17"/>
    <p:sldLayoutId id="2147483692" r:id="rId18"/>
    <p:sldLayoutId id="2147483687" r:id="rId19"/>
    <p:sldLayoutId id="2147483727" r:id="rId20"/>
    <p:sldLayoutId id="2147483679" r:id="rId21"/>
    <p:sldLayoutId id="2147483699" r:id="rId22"/>
    <p:sldLayoutId id="2147483701" r:id="rId23"/>
    <p:sldLayoutId id="2147483700" r:id="rId24"/>
    <p:sldLayoutId id="2147483698" r:id="rId25"/>
    <p:sldLayoutId id="2147483696" r:id="rId2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 object 16">
            <a:extLst>
              <a:ext uri="{FF2B5EF4-FFF2-40B4-BE49-F238E27FC236}">
                <a16:creationId xmlns:a16="http://schemas.microsoft.com/office/drawing/2014/main" id="{789E3D2B-1B0D-E4A6-B859-B1633A2B9311}"/>
              </a:ext>
            </a:extLst>
          </p:cNvPr>
          <p:cNvSpPr/>
          <p:nvPr userDrawn="1"/>
        </p:nvSpPr>
        <p:spPr>
          <a:xfrm>
            <a:off x="1" y="6268156"/>
            <a:ext cx="11588768" cy="603429"/>
          </a:xfrm>
          <a:custGeom>
            <a:avLst/>
            <a:gdLst/>
            <a:ahLst/>
            <a:cxnLst/>
            <a:rect l="l" t="t" r="r" b="b"/>
            <a:pathLst>
              <a:path w="19109690" h="995045">
                <a:moveTo>
                  <a:pt x="0" y="994734"/>
                </a:moveTo>
                <a:lnTo>
                  <a:pt x="19109365" y="994734"/>
                </a:lnTo>
                <a:lnTo>
                  <a:pt x="19109365" y="0"/>
                </a:lnTo>
                <a:lnTo>
                  <a:pt x="0" y="0"/>
                </a:lnTo>
                <a:lnTo>
                  <a:pt x="0" y="994734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bg object 17">
            <a:extLst>
              <a:ext uri="{FF2B5EF4-FFF2-40B4-BE49-F238E27FC236}">
                <a16:creationId xmlns:a16="http://schemas.microsoft.com/office/drawing/2014/main" id="{69EC11CB-F29C-3F05-8259-3AAF7B34C53A}"/>
              </a:ext>
            </a:extLst>
          </p:cNvPr>
          <p:cNvSpPr/>
          <p:nvPr userDrawn="1"/>
        </p:nvSpPr>
        <p:spPr>
          <a:xfrm>
            <a:off x="169577" y="6393275"/>
            <a:ext cx="353124" cy="353124"/>
          </a:xfrm>
          <a:custGeom>
            <a:avLst/>
            <a:gdLst/>
            <a:ahLst/>
            <a:cxnLst/>
            <a:rect l="l" t="t" r="r" b="b"/>
            <a:pathLst>
              <a:path w="582294" h="582295">
                <a:moveTo>
                  <a:pt x="116420" y="465683"/>
                </a:moveTo>
                <a:lnTo>
                  <a:pt x="0" y="465683"/>
                </a:lnTo>
                <a:lnTo>
                  <a:pt x="0" y="582117"/>
                </a:lnTo>
                <a:lnTo>
                  <a:pt x="116420" y="582117"/>
                </a:lnTo>
                <a:lnTo>
                  <a:pt x="116420" y="465683"/>
                </a:lnTo>
                <a:close/>
              </a:path>
              <a:path w="582294" h="582295">
                <a:moveTo>
                  <a:pt x="116420" y="232841"/>
                </a:moveTo>
                <a:lnTo>
                  <a:pt x="0" y="232841"/>
                </a:lnTo>
                <a:lnTo>
                  <a:pt x="0" y="349262"/>
                </a:lnTo>
                <a:lnTo>
                  <a:pt x="116420" y="349262"/>
                </a:lnTo>
                <a:lnTo>
                  <a:pt x="116420" y="232841"/>
                </a:lnTo>
                <a:close/>
              </a:path>
              <a:path w="582294" h="582295">
                <a:moveTo>
                  <a:pt x="116420" y="0"/>
                </a:moveTo>
                <a:lnTo>
                  <a:pt x="0" y="0"/>
                </a:lnTo>
                <a:lnTo>
                  <a:pt x="0" y="116420"/>
                </a:lnTo>
                <a:lnTo>
                  <a:pt x="116420" y="116420"/>
                </a:lnTo>
                <a:lnTo>
                  <a:pt x="116420" y="0"/>
                </a:lnTo>
                <a:close/>
              </a:path>
              <a:path w="582294" h="582295">
                <a:moveTo>
                  <a:pt x="349275" y="465683"/>
                </a:moveTo>
                <a:lnTo>
                  <a:pt x="232854" y="465683"/>
                </a:lnTo>
                <a:lnTo>
                  <a:pt x="232854" y="582117"/>
                </a:lnTo>
                <a:lnTo>
                  <a:pt x="349275" y="582117"/>
                </a:lnTo>
                <a:lnTo>
                  <a:pt x="349275" y="465683"/>
                </a:lnTo>
                <a:close/>
              </a:path>
              <a:path w="582294" h="582295">
                <a:moveTo>
                  <a:pt x="349275" y="232841"/>
                </a:moveTo>
                <a:lnTo>
                  <a:pt x="232854" y="232841"/>
                </a:lnTo>
                <a:lnTo>
                  <a:pt x="232854" y="349262"/>
                </a:lnTo>
                <a:lnTo>
                  <a:pt x="349275" y="349262"/>
                </a:lnTo>
                <a:lnTo>
                  <a:pt x="349275" y="232841"/>
                </a:lnTo>
                <a:close/>
              </a:path>
              <a:path w="582294" h="582295">
                <a:moveTo>
                  <a:pt x="349275" y="0"/>
                </a:moveTo>
                <a:lnTo>
                  <a:pt x="232854" y="0"/>
                </a:lnTo>
                <a:lnTo>
                  <a:pt x="232854" y="116420"/>
                </a:lnTo>
                <a:lnTo>
                  <a:pt x="349275" y="116420"/>
                </a:lnTo>
                <a:lnTo>
                  <a:pt x="349275" y="0"/>
                </a:lnTo>
                <a:close/>
              </a:path>
              <a:path w="582294" h="582295">
                <a:moveTo>
                  <a:pt x="582129" y="465683"/>
                </a:moveTo>
                <a:lnTo>
                  <a:pt x="465709" y="465683"/>
                </a:lnTo>
                <a:lnTo>
                  <a:pt x="465709" y="582117"/>
                </a:lnTo>
                <a:lnTo>
                  <a:pt x="582129" y="582117"/>
                </a:lnTo>
                <a:lnTo>
                  <a:pt x="582129" y="465683"/>
                </a:lnTo>
                <a:close/>
              </a:path>
              <a:path w="582294" h="582295">
                <a:moveTo>
                  <a:pt x="582129" y="232841"/>
                </a:moveTo>
                <a:lnTo>
                  <a:pt x="465709" y="232841"/>
                </a:lnTo>
                <a:lnTo>
                  <a:pt x="465709" y="349262"/>
                </a:lnTo>
                <a:lnTo>
                  <a:pt x="582129" y="349262"/>
                </a:lnTo>
                <a:lnTo>
                  <a:pt x="582129" y="232841"/>
                </a:lnTo>
                <a:close/>
              </a:path>
              <a:path w="582294" h="582295">
                <a:moveTo>
                  <a:pt x="582129" y="0"/>
                </a:moveTo>
                <a:lnTo>
                  <a:pt x="465709" y="0"/>
                </a:lnTo>
                <a:lnTo>
                  <a:pt x="465709" y="116420"/>
                </a:lnTo>
                <a:lnTo>
                  <a:pt x="582129" y="116420"/>
                </a:lnTo>
                <a:lnTo>
                  <a:pt x="582129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bg object 18">
            <a:extLst>
              <a:ext uri="{FF2B5EF4-FFF2-40B4-BE49-F238E27FC236}">
                <a16:creationId xmlns:a16="http://schemas.microsoft.com/office/drawing/2014/main" id="{0E3B3E07-3C25-E95A-5FE6-EE2FDC9E5F21}"/>
              </a:ext>
            </a:extLst>
          </p:cNvPr>
          <p:cNvSpPr/>
          <p:nvPr userDrawn="1"/>
        </p:nvSpPr>
        <p:spPr>
          <a:xfrm>
            <a:off x="11588572" y="6268156"/>
            <a:ext cx="603429" cy="603429"/>
          </a:xfrm>
          <a:custGeom>
            <a:avLst/>
            <a:gdLst/>
            <a:ahLst/>
            <a:cxnLst/>
            <a:rect l="l" t="t" r="r" b="b"/>
            <a:pathLst>
              <a:path w="995044" h="995045">
                <a:moveTo>
                  <a:pt x="994723" y="0"/>
                </a:moveTo>
                <a:lnTo>
                  <a:pt x="0" y="0"/>
                </a:lnTo>
                <a:lnTo>
                  <a:pt x="0" y="994734"/>
                </a:lnTo>
                <a:lnTo>
                  <a:pt x="994723" y="994734"/>
                </a:lnTo>
                <a:lnTo>
                  <a:pt x="994723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bg object 19">
            <a:extLst>
              <a:ext uri="{FF2B5EF4-FFF2-40B4-BE49-F238E27FC236}">
                <a16:creationId xmlns:a16="http://schemas.microsoft.com/office/drawing/2014/main" id="{63827067-6942-4AFA-D3AB-F280CE24107A}"/>
              </a:ext>
            </a:extLst>
          </p:cNvPr>
          <p:cNvSpPr/>
          <p:nvPr userDrawn="1"/>
        </p:nvSpPr>
        <p:spPr>
          <a:xfrm>
            <a:off x="11887735" y="6567326"/>
            <a:ext cx="304218" cy="304218"/>
          </a:xfrm>
          <a:custGeom>
            <a:avLst/>
            <a:gdLst/>
            <a:ahLst/>
            <a:cxnLst/>
            <a:rect l="l" t="t" r="r" b="b"/>
            <a:pathLst>
              <a:path w="501650" h="501650">
                <a:moveTo>
                  <a:pt x="501408" y="0"/>
                </a:moveTo>
                <a:lnTo>
                  <a:pt x="0" y="0"/>
                </a:lnTo>
                <a:lnTo>
                  <a:pt x="0" y="501408"/>
                </a:lnTo>
                <a:lnTo>
                  <a:pt x="501408" y="501408"/>
                </a:lnTo>
                <a:lnTo>
                  <a:pt x="501408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bg object 20">
            <a:extLst>
              <a:ext uri="{FF2B5EF4-FFF2-40B4-BE49-F238E27FC236}">
                <a16:creationId xmlns:a16="http://schemas.microsoft.com/office/drawing/2014/main" id="{945ADC29-CCB9-5677-62C6-44E9837B721E}"/>
              </a:ext>
            </a:extLst>
          </p:cNvPr>
          <p:cNvSpPr/>
          <p:nvPr userDrawn="1"/>
        </p:nvSpPr>
        <p:spPr>
          <a:xfrm>
            <a:off x="12034876" y="6714460"/>
            <a:ext cx="157114" cy="157114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8787" y="0"/>
                </a:moveTo>
                <a:lnTo>
                  <a:pt x="0" y="0"/>
                </a:lnTo>
                <a:lnTo>
                  <a:pt x="0" y="258787"/>
                </a:lnTo>
                <a:lnTo>
                  <a:pt x="258787" y="258787"/>
                </a:lnTo>
                <a:lnTo>
                  <a:pt x="258787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304FD14-6E5E-B6E9-BC8B-2AC79C437FE2}"/>
              </a:ext>
            </a:extLst>
          </p:cNvPr>
          <p:cNvSpPr txBox="1"/>
          <p:nvPr userDrawn="1"/>
        </p:nvSpPr>
        <p:spPr>
          <a:xfrm>
            <a:off x="664032" y="6488309"/>
            <a:ext cx="622989" cy="1580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fld id="{E3980973-46F5-4CF7-B567-7295FE0523D3}" type="slidenum">
              <a:rPr lang="es-ES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‹nº›</a:t>
            </a:fld>
            <a:endParaRPr lang="es-ES" sz="10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AFDBBEA-0878-80D2-FC7F-52117686935A}"/>
              </a:ext>
            </a:extLst>
          </p:cNvPr>
          <p:cNvSpPr/>
          <p:nvPr userDrawn="1"/>
        </p:nvSpPr>
        <p:spPr>
          <a:xfrm>
            <a:off x="-514728" y="357154"/>
            <a:ext cx="339115" cy="339115"/>
          </a:xfrm>
          <a:prstGeom prst="rect">
            <a:avLst/>
          </a:prstGeom>
          <a:solidFill>
            <a:srgbClr val="8BC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C5414B4-8D52-F7FA-F3F3-6D9F415E41B7}"/>
              </a:ext>
            </a:extLst>
          </p:cNvPr>
          <p:cNvSpPr/>
          <p:nvPr userDrawn="1"/>
        </p:nvSpPr>
        <p:spPr>
          <a:xfrm>
            <a:off x="-514729" y="714308"/>
            <a:ext cx="339115" cy="339115"/>
          </a:xfrm>
          <a:prstGeom prst="rect">
            <a:avLst/>
          </a:prstGeom>
          <a:solidFill>
            <a:srgbClr val="D8EE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F673809-5BCA-2A8D-A79F-9155A37E6A1D}"/>
              </a:ext>
            </a:extLst>
          </p:cNvPr>
          <p:cNvSpPr/>
          <p:nvPr userDrawn="1"/>
        </p:nvSpPr>
        <p:spPr>
          <a:xfrm>
            <a:off x="-513881" y="1767731"/>
            <a:ext cx="339115" cy="3391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8706E8F-161C-CF51-DE71-E9D4C8436F85}"/>
              </a:ext>
            </a:extLst>
          </p:cNvPr>
          <p:cNvSpPr/>
          <p:nvPr userDrawn="1"/>
        </p:nvSpPr>
        <p:spPr>
          <a:xfrm>
            <a:off x="-514728" y="0"/>
            <a:ext cx="339115" cy="339115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B6A062D-F9B6-0F5B-B17D-34EA0EDC4473}"/>
              </a:ext>
            </a:extLst>
          </p:cNvPr>
          <p:cNvSpPr/>
          <p:nvPr userDrawn="1"/>
        </p:nvSpPr>
        <p:spPr>
          <a:xfrm>
            <a:off x="-514730" y="1067392"/>
            <a:ext cx="339115" cy="3391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E256805-4BEC-F843-34CD-F0B8BCB9FBCD}"/>
              </a:ext>
            </a:extLst>
          </p:cNvPr>
          <p:cNvSpPr/>
          <p:nvPr userDrawn="1"/>
        </p:nvSpPr>
        <p:spPr>
          <a:xfrm>
            <a:off x="-514731" y="1428616"/>
            <a:ext cx="339115" cy="339115"/>
          </a:xfrm>
          <a:prstGeom prst="rect">
            <a:avLst/>
          </a:prstGeom>
          <a:solidFill>
            <a:srgbClr val="9E9D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4B6F9A1-6A60-0D76-7226-9C11DCF1BCF2}"/>
              </a:ext>
            </a:extLst>
          </p:cNvPr>
          <p:cNvSpPr/>
          <p:nvPr userDrawn="1"/>
        </p:nvSpPr>
        <p:spPr>
          <a:xfrm>
            <a:off x="-513884" y="2120815"/>
            <a:ext cx="339115" cy="3391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AD83F6D-9343-C5B4-2D1C-C227CEED76A7}"/>
              </a:ext>
            </a:extLst>
          </p:cNvPr>
          <p:cNvSpPr/>
          <p:nvPr userDrawn="1"/>
        </p:nvSpPr>
        <p:spPr>
          <a:xfrm>
            <a:off x="-513010" y="2477969"/>
            <a:ext cx="158311" cy="158311"/>
          </a:xfrm>
          <a:prstGeom prst="rect">
            <a:avLst/>
          </a:prstGeom>
          <a:solidFill>
            <a:srgbClr val="9E36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B547759-F3C1-7321-70EE-192D90C581AA}"/>
              </a:ext>
            </a:extLst>
          </p:cNvPr>
          <p:cNvSpPr/>
          <p:nvPr userDrawn="1"/>
        </p:nvSpPr>
        <p:spPr>
          <a:xfrm>
            <a:off x="-513010" y="2654319"/>
            <a:ext cx="158311" cy="158311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65A6BFA-6276-BF16-8F11-83F3B266B237}"/>
              </a:ext>
            </a:extLst>
          </p:cNvPr>
          <p:cNvSpPr/>
          <p:nvPr userDrawn="1"/>
        </p:nvSpPr>
        <p:spPr>
          <a:xfrm>
            <a:off x="-513010" y="2829343"/>
            <a:ext cx="158311" cy="158311"/>
          </a:xfrm>
          <a:prstGeom prst="rect">
            <a:avLst/>
          </a:prstGeom>
          <a:solidFill>
            <a:srgbClr val="1BB3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82F1E2D-7AEB-AA39-9867-9EEE851FBD22}"/>
              </a:ext>
            </a:extLst>
          </p:cNvPr>
          <p:cNvSpPr/>
          <p:nvPr userDrawn="1"/>
        </p:nvSpPr>
        <p:spPr>
          <a:xfrm>
            <a:off x="-334918" y="2476410"/>
            <a:ext cx="158311" cy="158311"/>
          </a:xfrm>
          <a:prstGeom prst="rect">
            <a:avLst/>
          </a:prstGeom>
          <a:solidFill>
            <a:srgbClr val="63BA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8D5490C-494B-C230-C0EF-158D61BD83A9}"/>
              </a:ext>
            </a:extLst>
          </p:cNvPr>
          <p:cNvSpPr/>
          <p:nvPr userDrawn="1"/>
        </p:nvSpPr>
        <p:spPr>
          <a:xfrm>
            <a:off x="-334918" y="2652760"/>
            <a:ext cx="158311" cy="158311"/>
          </a:xfrm>
          <a:prstGeom prst="rect">
            <a:avLst/>
          </a:prstGeom>
          <a:solidFill>
            <a:srgbClr val="33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8939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9" r:id="rId19"/>
    <p:sldLayoutId id="2147483730" r:id="rId20"/>
    <p:sldLayoutId id="2147483731" r:id="rId21"/>
    <p:sldLayoutId id="2147483732" r:id="rId22"/>
    <p:sldLayoutId id="2147483725" r:id="rId23"/>
    <p:sldLayoutId id="2147483726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367FB-5EED-3730-C2D3-B10C6986B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8DFF73E-0F55-5DD5-3D85-1D0B2C79B039}"/>
              </a:ext>
            </a:extLst>
          </p:cNvPr>
          <p:cNvSpPr/>
          <p:nvPr/>
        </p:nvSpPr>
        <p:spPr>
          <a:xfrm>
            <a:off x="252754" y="-3188"/>
            <a:ext cx="11044650" cy="5567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666" b="1" dirty="0">
                <a:solidFill>
                  <a:srgbClr val="294033"/>
                </a:solidFill>
                <a:latin typeface="+mj-lt"/>
              </a:rPr>
              <a:t>Demanda de Desenvolvimento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B99222E-7150-73C7-F735-B9B6D805316D}"/>
              </a:ext>
            </a:extLst>
          </p:cNvPr>
          <p:cNvSpPr/>
          <p:nvPr/>
        </p:nvSpPr>
        <p:spPr>
          <a:xfrm>
            <a:off x="357227" y="544768"/>
            <a:ext cx="2273413" cy="384591"/>
          </a:xfrm>
          <a:prstGeom prst="rect">
            <a:avLst/>
          </a:prstGeom>
          <a:solidFill>
            <a:srgbClr val="1BB3BC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latin typeface="Nunito" pitchFamily="2" charset="0"/>
              </a:rPr>
              <a:t>Diretoria / Área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6A7105E-00FD-F34A-C97F-1FEB82480FC5}"/>
              </a:ext>
            </a:extLst>
          </p:cNvPr>
          <p:cNvSpPr/>
          <p:nvPr/>
        </p:nvSpPr>
        <p:spPr>
          <a:xfrm>
            <a:off x="2693967" y="544768"/>
            <a:ext cx="3375679" cy="384591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45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D55279-1E31-2EFC-E4EE-00CE03DFBDC9}"/>
              </a:ext>
            </a:extLst>
          </p:cNvPr>
          <p:cNvSpPr/>
          <p:nvPr/>
        </p:nvSpPr>
        <p:spPr>
          <a:xfrm>
            <a:off x="357227" y="978094"/>
            <a:ext cx="2273413" cy="384591"/>
          </a:xfrm>
          <a:prstGeom prst="rect">
            <a:avLst/>
          </a:prstGeom>
          <a:solidFill>
            <a:srgbClr val="1BB3BC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>
                <a:latin typeface="Nunito" pitchFamily="2" charset="0"/>
              </a:rPr>
              <a:t>Sistemas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5E38BF3-55E4-20FD-E456-C5BA4489B32E}"/>
              </a:ext>
            </a:extLst>
          </p:cNvPr>
          <p:cNvSpPr/>
          <p:nvPr/>
        </p:nvSpPr>
        <p:spPr>
          <a:xfrm>
            <a:off x="6134389" y="544766"/>
            <a:ext cx="2273413" cy="384591"/>
          </a:xfrm>
          <a:prstGeom prst="rect">
            <a:avLst/>
          </a:prstGeom>
          <a:solidFill>
            <a:srgbClr val="1BB3BC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>
                <a:latin typeface="Nunito" pitchFamily="2" charset="0"/>
              </a:rPr>
              <a:t>Solicitante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A2C630D-6244-2C5B-EBE9-FBC07B3DCEB4}"/>
              </a:ext>
            </a:extLst>
          </p:cNvPr>
          <p:cNvSpPr/>
          <p:nvPr/>
        </p:nvSpPr>
        <p:spPr>
          <a:xfrm>
            <a:off x="8471130" y="544766"/>
            <a:ext cx="3373964" cy="384591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45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53DB3E0C-1A90-82DD-1215-11730837A1EC}"/>
              </a:ext>
            </a:extLst>
          </p:cNvPr>
          <p:cNvSpPr/>
          <p:nvPr/>
        </p:nvSpPr>
        <p:spPr>
          <a:xfrm>
            <a:off x="2905884" y="1020537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pt-BR" sz="1300" b="1" dirty="0" err="1">
                <a:solidFill>
                  <a:schemeClr val="tx1"/>
                </a:solidFill>
                <a:latin typeface="Nunito"/>
              </a:rPr>
              <a:t>MobyApp</a:t>
            </a:r>
            <a:endParaRPr lang="pt-BR" sz="1300" b="1" dirty="0">
              <a:solidFill>
                <a:schemeClr val="tx1"/>
              </a:solidFill>
              <a:latin typeface="Nunito"/>
            </a:endParaRPr>
          </a:p>
        </p:txBody>
      </p:sp>
      <p:sp>
        <p:nvSpPr>
          <p:cNvPr id="9" name="Rectangle 15">
            <a:extLst>
              <a:ext uri="{FF2B5EF4-FFF2-40B4-BE49-F238E27FC236}">
                <a16:creationId xmlns:a16="http://schemas.microsoft.com/office/drawing/2014/main" id="{54DF2D79-A946-1FBB-C60D-7613BA0CD753}"/>
              </a:ext>
            </a:extLst>
          </p:cNvPr>
          <p:cNvSpPr/>
          <p:nvPr/>
        </p:nvSpPr>
        <p:spPr>
          <a:xfrm>
            <a:off x="4269673" y="1067830"/>
            <a:ext cx="280368" cy="229332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00" b="1" dirty="0">
              <a:solidFill>
                <a:schemeClr val="tx1"/>
              </a:solidFill>
              <a:latin typeface="Nunito" pitchFamily="2" charset="0"/>
            </a:endParaRPr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3BADA085-FBD6-F29A-02A0-27CEB29FC9D7}"/>
              </a:ext>
            </a:extLst>
          </p:cNvPr>
          <p:cNvSpPr/>
          <p:nvPr/>
        </p:nvSpPr>
        <p:spPr>
          <a:xfrm>
            <a:off x="4545265" y="990555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 err="1">
                <a:solidFill>
                  <a:schemeClr val="tx1"/>
                </a:solidFill>
                <a:latin typeface="Nunito" pitchFamily="2" charset="0"/>
              </a:rPr>
              <a:t>Oppay</a:t>
            </a:r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72A26373-41E4-DAFB-14ED-BD04A8E47D84}"/>
              </a:ext>
            </a:extLst>
          </p:cNvPr>
          <p:cNvSpPr/>
          <p:nvPr/>
        </p:nvSpPr>
        <p:spPr>
          <a:xfrm>
            <a:off x="5862948" y="1067829"/>
            <a:ext cx="220837" cy="229332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333" b="1">
              <a:latin typeface="Nunito" pitchFamily="2" charset="0"/>
            </a:endParaRPr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78D882F6-2E66-DF60-B891-FB4CE3078FE8}"/>
              </a:ext>
            </a:extLst>
          </p:cNvPr>
          <p:cNvSpPr/>
          <p:nvPr/>
        </p:nvSpPr>
        <p:spPr>
          <a:xfrm>
            <a:off x="6048600" y="1020534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solidFill>
                  <a:schemeClr val="tx1"/>
                </a:solidFill>
                <a:latin typeface="Nunito" pitchFamily="2" charset="0"/>
              </a:rPr>
              <a:t>SAP</a:t>
            </a: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434315EE-3570-99D4-C577-5629C200FBF7}"/>
              </a:ext>
            </a:extLst>
          </p:cNvPr>
          <p:cNvSpPr/>
          <p:nvPr/>
        </p:nvSpPr>
        <p:spPr>
          <a:xfrm>
            <a:off x="7456225" y="1067827"/>
            <a:ext cx="220837" cy="229332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333" b="1">
              <a:latin typeface="Nunito" pitchFamily="2" charset="0"/>
            </a:endParaRP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32D92F4E-A264-D379-99EE-E7F127042A78}"/>
              </a:ext>
            </a:extLst>
          </p:cNvPr>
          <p:cNvSpPr/>
          <p:nvPr/>
        </p:nvSpPr>
        <p:spPr>
          <a:xfrm>
            <a:off x="7641877" y="1020532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solidFill>
                  <a:schemeClr val="tx1"/>
                </a:solidFill>
                <a:latin typeface="Nunito" pitchFamily="2" charset="0"/>
              </a:rPr>
              <a:t>HCM/Senior</a:t>
            </a: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34129606-1656-F08E-8429-E5704EF80742}"/>
              </a:ext>
            </a:extLst>
          </p:cNvPr>
          <p:cNvSpPr/>
          <p:nvPr/>
        </p:nvSpPr>
        <p:spPr>
          <a:xfrm>
            <a:off x="9063348" y="1081682"/>
            <a:ext cx="220837" cy="229332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00" b="1" dirty="0">
              <a:solidFill>
                <a:schemeClr val="tx1"/>
              </a:solidFill>
              <a:latin typeface="Nunito"/>
            </a:endParaRP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A3187EC5-2618-F322-E8AC-3483641F49C9}"/>
              </a:ext>
            </a:extLst>
          </p:cNvPr>
          <p:cNvSpPr/>
          <p:nvPr/>
        </p:nvSpPr>
        <p:spPr>
          <a:xfrm>
            <a:off x="9249000" y="1004407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>
                <a:solidFill>
                  <a:schemeClr val="tx1"/>
                </a:solidFill>
                <a:latin typeface="Nunito" pitchFamily="2" charset="0"/>
              </a:rPr>
              <a:t>Outros</a:t>
            </a: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86625B8B-6F53-4142-4C74-8F78CB5C98E5}"/>
              </a:ext>
            </a:extLst>
          </p:cNvPr>
          <p:cNvSpPr/>
          <p:nvPr/>
        </p:nvSpPr>
        <p:spPr>
          <a:xfrm>
            <a:off x="2690252" y="1052842"/>
            <a:ext cx="244650" cy="229332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300" b="1" dirty="0">
              <a:solidFill>
                <a:schemeClr val="tx1"/>
              </a:solidFill>
              <a:latin typeface="Nunito"/>
            </a:endParaRP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C097D21D-3741-3789-6776-2C150CBBEFE3}"/>
              </a:ext>
            </a:extLst>
          </p:cNvPr>
          <p:cNvSpPr/>
          <p:nvPr/>
        </p:nvSpPr>
        <p:spPr>
          <a:xfrm>
            <a:off x="3715300" y="3962248"/>
            <a:ext cx="8136000" cy="2634305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  <a:p>
            <a:pPr algn="ctr"/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  <a:p>
            <a:pPr algn="ctr"/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  <a:p>
            <a:pPr algn="ctr"/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  <a:p>
            <a:pPr algn="ctr"/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  <a:p>
            <a:pPr algn="ctr"/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  <a:p>
            <a:pPr algn="ctr"/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  <a:p>
            <a:pPr algn="ctr"/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  <a:p>
            <a:pPr algn="ctr"/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  <a:p>
            <a:pPr algn="ctr"/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  <a:p>
            <a:pPr algn="ctr"/>
            <a:endParaRPr lang="pt-BR" sz="2000" b="1" dirty="0">
              <a:solidFill>
                <a:schemeClr val="tx1"/>
              </a:solidFill>
              <a:latin typeface="Nunito" pitchFamily="2" charset="0"/>
            </a:endParaRPr>
          </a:p>
          <a:p>
            <a:pPr algn="ctr"/>
            <a:r>
              <a:rPr lang="pt-BR" sz="1333" b="1" dirty="0">
                <a:solidFill>
                  <a:schemeClr val="tx1"/>
                </a:solidFill>
                <a:latin typeface="Nunito" pitchFamily="2" charset="0"/>
              </a:rPr>
              <a:t>Obrigatório</a:t>
            </a: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0EEDBA13-9A53-2C00-3E45-799F0A3BAF00}"/>
              </a:ext>
            </a:extLst>
          </p:cNvPr>
          <p:cNvSpPr/>
          <p:nvPr/>
        </p:nvSpPr>
        <p:spPr>
          <a:xfrm>
            <a:off x="357230" y="3962248"/>
            <a:ext cx="3219520" cy="383882"/>
          </a:xfrm>
          <a:prstGeom prst="rect">
            <a:avLst/>
          </a:prstGeom>
          <a:solidFill>
            <a:srgbClr val="29403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>
                <a:latin typeface="Nunito" pitchFamily="2" charset="0"/>
              </a:rPr>
              <a:t>Macro benefícios esperados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3E15CE93-BC25-9E22-5F34-BDEC2D9A2552}"/>
              </a:ext>
            </a:extLst>
          </p:cNvPr>
          <p:cNvSpPr/>
          <p:nvPr/>
        </p:nvSpPr>
        <p:spPr>
          <a:xfrm>
            <a:off x="357226" y="1411420"/>
            <a:ext cx="5712419" cy="2395363"/>
          </a:xfrm>
          <a:prstGeom prst="rect">
            <a:avLst/>
          </a:prstGeom>
          <a:solidFill>
            <a:srgbClr val="F5F5F5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pt-BR" sz="1300" b="1" dirty="0">
                <a:solidFill>
                  <a:schemeClr val="tx1"/>
                </a:solidFill>
                <a:latin typeface="Nunito"/>
              </a:rPr>
              <a:t>Descreva a demanda:</a:t>
            </a:r>
          </a:p>
          <a:p>
            <a:r>
              <a:rPr lang="pt-BR" dirty="0"/>
              <a:t> </a:t>
            </a:r>
          </a:p>
          <a:p>
            <a:endParaRPr lang="pt-BR" sz="1300" b="1" dirty="0">
              <a:solidFill>
                <a:schemeClr val="tx1"/>
              </a:solidFill>
              <a:latin typeface="Nunito"/>
            </a:endParaRPr>
          </a:p>
          <a:p>
            <a:endParaRPr lang="pt-BR" sz="12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EBF7D8C9-0F79-63EF-411A-CFB796249E65}"/>
              </a:ext>
            </a:extLst>
          </p:cNvPr>
          <p:cNvSpPr/>
          <p:nvPr/>
        </p:nvSpPr>
        <p:spPr>
          <a:xfrm>
            <a:off x="6132673" y="1411420"/>
            <a:ext cx="5712420" cy="2395363"/>
          </a:xfrm>
          <a:prstGeom prst="rect">
            <a:avLst/>
          </a:prstGeom>
          <a:solidFill>
            <a:srgbClr val="F5F5F5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pt-BR" sz="1300" b="1" dirty="0">
                <a:solidFill>
                  <a:schemeClr val="tx1"/>
                </a:solidFill>
                <a:latin typeface="Nunito"/>
              </a:rPr>
              <a:t>O que ela resolve:</a:t>
            </a:r>
            <a:endParaRPr lang="pt-BR" sz="11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" name="Rectangle 15">
            <a:extLst>
              <a:ext uri="{FF2B5EF4-FFF2-40B4-BE49-F238E27FC236}">
                <a16:creationId xmlns:a16="http://schemas.microsoft.com/office/drawing/2014/main" id="{92E05756-D9A7-336E-F938-7BCA93FC6CC6}"/>
              </a:ext>
            </a:extLst>
          </p:cNvPr>
          <p:cNvSpPr/>
          <p:nvPr/>
        </p:nvSpPr>
        <p:spPr>
          <a:xfrm>
            <a:off x="366698" y="4423405"/>
            <a:ext cx="220837" cy="2293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33" b="1" dirty="0">
              <a:solidFill>
                <a:srgbClr val="000000"/>
              </a:solidFill>
              <a:latin typeface="Nunito" pitchFamily="2" charset="0"/>
            </a:endParaRPr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60BC4168-E6FA-442B-EDAF-D1F811F60812}"/>
              </a:ext>
            </a:extLst>
          </p:cNvPr>
          <p:cNvSpPr/>
          <p:nvPr/>
        </p:nvSpPr>
        <p:spPr>
          <a:xfrm>
            <a:off x="552350" y="4346130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>
                <a:solidFill>
                  <a:schemeClr val="tx1"/>
                </a:solidFill>
                <a:latin typeface="Nunito" pitchFamily="2" charset="0"/>
              </a:rPr>
              <a:t>Redução de custos</a:t>
            </a:r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73FEE617-B600-0ADD-D859-9E5E5DE11AF9}"/>
              </a:ext>
            </a:extLst>
          </p:cNvPr>
          <p:cNvSpPr/>
          <p:nvPr/>
        </p:nvSpPr>
        <p:spPr>
          <a:xfrm>
            <a:off x="366698" y="4745933"/>
            <a:ext cx="220837" cy="2293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33" b="1" dirty="0">
              <a:solidFill>
                <a:srgbClr val="000000"/>
              </a:solidFill>
              <a:latin typeface="Nunito"/>
            </a:endParaRPr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EE319243-87ED-8443-532E-D219330F3077}"/>
              </a:ext>
            </a:extLst>
          </p:cNvPr>
          <p:cNvSpPr/>
          <p:nvPr/>
        </p:nvSpPr>
        <p:spPr>
          <a:xfrm>
            <a:off x="552350" y="4676544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solidFill>
                  <a:schemeClr val="tx1"/>
                </a:solidFill>
                <a:latin typeface="Nunito" pitchFamily="2" charset="0"/>
              </a:rPr>
              <a:t>Melhoria de produtividade</a:t>
            </a:r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259C936D-3641-3DD7-72AC-ACE494C4A25F}"/>
              </a:ext>
            </a:extLst>
          </p:cNvPr>
          <p:cNvSpPr/>
          <p:nvPr/>
        </p:nvSpPr>
        <p:spPr>
          <a:xfrm>
            <a:off x="366698" y="5068461"/>
            <a:ext cx="220837" cy="2293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33" b="1" dirty="0">
              <a:solidFill>
                <a:srgbClr val="000000"/>
              </a:solidFill>
              <a:latin typeface="Nunito" pitchFamily="2" charset="0"/>
            </a:endParaRPr>
          </a:p>
        </p:txBody>
      </p:sp>
      <p:sp>
        <p:nvSpPr>
          <p:cNvPr id="27" name="Rectangle 16">
            <a:extLst>
              <a:ext uri="{FF2B5EF4-FFF2-40B4-BE49-F238E27FC236}">
                <a16:creationId xmlns:a16="http://schemas.microsoft.com/office/drawing/2014/main" id="{9D5FB303-EC0E-1DC6-AE6A-3960D3178C96}"/>
              </a:ext>
            </a:extLst>
          </p:cNvPr>
          <p:cNvSpPr/>
          <p:nvPr/>
        </p:nvSpPr>
        <p:spPr>
          <a:xfrm>
            <a:off x="552350" y="5006958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>
                <a:solidFill>
                  <a:schemeClr val="tx1"/>
                </a:solidFill>
                <a:latin typeface="Nunito" pitchFamily="2" charset="0"/>
              </a:rPr>
              <a:t>Digitalização ou Automatização</a:t>
            </a:r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F12ACDD9-A4D7-848E-6A04-BCDDED23CCA4}"/>
              </a:ext>
            </a:extLst>
          </p:cNvPr>
          <p:cNvSpPr/>
          <p:nvPr/>
        </p:nvSpPr>
        <p:spPr>
          <a:xfrm>
            <a:off x="366698" y="5390989"/>
            <a:ext cx="220837" cy="2293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33" b="1" dirty="0">
              <a:solidFill>
                <a:srgbClr val="000000"/>
              </a:solidFill>
              <a:latin typeface="Nunito"/>
            </a:endParaRPr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8C312276-6647-CC61-5D89-EB0C05913496}"/>
              </a:ext>
            </a:extLst>
          </p:cNvPr>
          <p:cNvSpPr/>
          <p:nvPr/>
        </p:nvSpPr>
        <p:spPr>
          <a:xfrm>
            <a:off x="552350" y="5337372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>
                <a:solidFill>
                  <a:schemeClr val="tx1"/>
                </a:solidFill>
                <a:latin typeface="Nunito" pitchFamily="2" charset="0"/>
              </a:rPr>
              <a:t>Melhora usabilidade</a:t>
            </a:r>
          </a:p>
        </p:txBody>
      </p:sp>
      <p:sp>
        <p:nvSpPr>
          <p:cNvPr id="30" name="Rectangle 15">
            <a:extLst>
              <a:ext uri="{FF2B5EF4-FFF2-40B4-BE49-F238E27FC236}">
                <a16:creationId xmlns:a16="http://schemas.microsoft.com/office/drawing/2014/main" id="{31FDE6E7-4543-4ABE-3357-31185AF2A755}"/>
              </a:ext>
            </a:extLst>
          </p:cNvPr>
          <p:cNvSpPr/>
          <p:nvPr/>
        </p:nvSpPr>
        <p:spPr>
          <a:xfrm>
            <a:off x="366698" y="5713517"/>
            <a:ext cx="220837" cy="2293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00" b="1" dirty="0">
              <a:solidFill>
                <a:srgbClr val="000000"/>
              </a:solidFill>
              <a:latin typeface="Nunito"/>
            </a:endParaRPr>
          </a:p>
        </p:txBody>
      </p:sp>
      <p:sp>
        <p:nvSpPr>
          <p:cNvPr id="31" name="Rectangle 16">
            <a:extLst>
              <a:ext uri="{FF2B5EF4-FFF2-40B4-BE49-F238E27FC236}">
                <a16:creationId xmlns:a16="http://schemas.microsoft.com/office/drawing/2014/main" id="{ED1295EA-0AFF-AABC-CD83-9F6A9D0A372E}"/>
              </a:ext>
            </a:extLst>
          </p:cNvPr>
          <p:cNvSpPr/>
          <p:nvPr/>
        </p:nvSpPr>
        <p:spPr>
          <a:xfrm>
            <a:off x="552350" y="5643979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>
                <a:solidFill>
                  <a:schemeClr val="tx1"/>
                </a:solidFill>
                <a:latin typeface="Nunito" pitchFamily="2" charset="0"/>
              </a:rPr>
              <a:t>Redução de erros / riscos</a:t>
            </a:r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FF8344AD-D455-E493-0E1D-C921DE203EC8}"/>
              </a:ext>
            </a:extLst>
          </p:cNvPr>
          <p:cNvSpPr/>
          <p:nvPr/>
        </p:nvSpPr>
        <p:spPr>
          <a:xfrm>
            <a:off x="366696" y="6036045"/>
            <a:ext cx="220837" cy="2293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00" b="1" dirty="0">
              <a:solidFill>
                <a:srgbClr val="000000"/>
              </a:solidFill>
              <a:latin typeface="Nunito" pitchFamily="2" charset="0"/>
            </a:endParaRPr>
          </a:p>
        </p:txBody>
      </p:sp>
      <p:sp>
        <p:nvSpPr>
          <p:cNvPr id="33" name="Rectangle 16">
            <a:extLst>
              <a:ext uri="{FF2B5EF4-FFF2-40B4-BE49-F238E27FC236}">
                <a16:creationId xmlns:a16="http://schemas.microsoft.com/office/drawing/2014/main" id="{7E733EA2-5929-E88B-CDAB-94F0496A69DD}"/>
              </a:ext>
            </a:extLst>
          </p:cNvPr>
          <p:cNvSpPr/>
          <p:nvPr/>
        </p:nvSpPr>
        <p:spPr>
          <a:xfrm>
            <a:off x="552348" y="5976492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>
                <a:solidFill>
                  <a:schemeClr val="tx1"/>
                </a:solidFill>
                <a:latin typeface="Nunito" pitchFamily="2" charset="0"/>
              </a:rPr>
              <a:t>Implantação novo processo/cliente</a:t>
            </a:r>
          </a:p>
        </p:txBody>
      </p:sp>
      <p:sp>
        <p:nvSpPr>
          <p:cNvPr id="34" name="Rectangle 17">
            <a:extLst>
              <a:ext uri="{FF2B5EF4-FFF2-40B4-BE49-F238E27FC236}">
                <a16:creationId xmlns:a16="http://schemas.microsoft.com/office/drawing/2014/main" id="{A93EBFFF-C949-AA65-90E0-0D1AECEB2789}"/>
              </a:ext>
            </a:extLst>
          </p:cNvPr>
          <p:cNvSpPr/>
          <p:nvPr/>
        </p:nvSpPr>
        <p:spPr>
          <a:xfrm>
            <a:off x="3814818" y="4063225"/>
            <a:ext cx="3924000" cy="2196000"/>
          </a:xfrm>
          <a:prstGeom prst="rect">
            <a:avLst/>
          </a:prstGeom>
          <a:solidFill>
            <a:srgbClr val="1BB3BC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pt-BR" sz="1300" b="1" dirty="0">
                <a:solidFill>
                  <a:schemeClr val="bg1"/>
                </a:solidFill>
                <a:latin typeface="Nunito"/>
              </a:rPr>
              <a:t>Benefícios Quantitativos (R$):</a:t>
            </a:r>
          </a:p>
          <a:p>
            <a:pPr algn="ctr"/>
            <a:endParaRPr lang="pt-BR" sz="1300" b="1" dirty="0">
              <a:solidFill>
                <a:schemeClr val="bg1"/>
              </a:solidFill>
              <a:latin typeface="Nunito"/>
            </a:endParaRPr>
          </a:p>
          <a:p>
            <a:pPr algn="ctr"/>
            <a:br>
              <a:rPr lang="pt-BR" sz="1300" b="1" dirty="0">
                <a:solidFill>
                  <a:schemeClr val="bg1"/>
                </a:solidFill>
                <a:latin typeface="Nunito"/>
              </a:rPr>
            </a:br>
            <a:endParaRPr lang="pt-BR" sz="1300" b="1" dirty="0">
              <a:solidFill>
                <a:schemeClr val="bg1"/>
              </a:solidFill>
              <a:latin typeface="Nunito"/>
            </a:endParaRPr>
          </a:p>
          <a:p>
            <a:pPr marL="171450" indent="-171450" algn="ctr">
              <a:buFont typeface="Arial"/>
              <a:buChar char="•"/>
            </a:pPr>
            <a:endParaRPr lang="pt-BR" sz="1100" b="1" dirty="0">
              <a:latin typeface="Nunito"/>
            </a:endParaRP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1CB953C5-390A-6095-8451-B0D62EC51D4E}"/>
              </a:ext>
            </a:extLst>
          </p:cNvPr>
          <p:cNvSpPr/>
          <p:nvPr/>
        </p:nvSpPr>
        <p:spPr>
          <a:xfrm>
            <a:off x="7842234" y="4063225"/>
            <a:ext cx="3924000" cy="2196000"/>
          </a:xfrm>
          <a:prstGeom prst="rect">
            <a:avLst/>
          </a:prstGeom>
          <a:solidFill>
            <a:srgbClr val="1BB3BC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pt-BR" sz="1300" b="1" dirty="0">
                <a:solidFill>
                  <a:schemeClr val="bg1"/>
                </a:solidFill>
                <a:latin typeface="Nunito"/>
              </a:rPr>
              <a:t>Benefícios Qualitativos: </a:t>
            </a:r>
          </a:p>
          <a:p>
            <a:pPr algn="ctr"/>
            <a:endParaRPr lang="pt-BR" sz="1300" b="1" dirty="0">
              <a:solidFill>
                <a:schemeClr val="bg1"/>
              </a:solidFill>
              <a:latin typeface="Nunito"/>
            </a:endParaRPr>
          </a:p>
          <a:p>
            <a:endParaRPr lang="pt-BR" sz="1100" b="1" dirty="0">
              <a:solidFill>
                <a:schemeClr val="bg1"/>
              </a:solidFill>
              <a:latin typeface="Nunito"/>
            </a:endParaRPr>
          </a:p>
          <a:p>
            <a:pPr algn="ctr"/>
            <a:endParaRPr lang="pt-BR" sz="1100" b="1" dirty="0">
              <a:latin typeface="Nunito"/>
            </a:endParaRPr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7E9B3312-5086-DE4E-A802-449C95F6E2CA}"/>
              </a:ext>
            </a:extLst>
          </p:cNvPr>
          <p:cNvSpPr/>
          <p:nvPr/>
        </p:nvSpPr>
        <p:spPr>
          <a:xfrm>
            <a:off x="366695" y="6358571"/>
            <a:ext cx="220837" cy="2293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00" b="1" dirty="0">
              <a:solidFill>
                <a:schemeClr val="tx1"/>
              </a:solidFill>
              <a:latin typeface="Nunito" pitchFamily="2" charset="0"/>
            </a:endParaRPr>
          </a:p>
        </p:txBody>
      </p:sp>
      <p:sp>
        <p:nvSpPr>
          <p:cNvPr id="37" name="Rectangle 16">
            <a:extLst>
              <a:ext uri="{FF2B5EF4-FFF2-40B4-BE49-F238E27FC236}">
                <a16:creationId xmlns:a16="http://schemas.microsoft.com/office/drawing/2014/main" id="{D34B9BC0-88EC-B86D-D962-A4F4DC14E41F}"/>
              </a:ext>
            </a:extLst>
          </p:cNvPr>
          <p:cNvSpPr/>
          <p:nvPr/>
        </p:nvSpPr>
        <p:spPr>
          <a:xfrm>
            <a:off x="552347" y="6295151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>
                <a:solidFill>
                  <a:schemeClr val="tx1"/>
                </a:solidFill>
                <a:latin typeface="Nunito" pitchFamily="2" charset="0"/>
              </a:rPr>
              <a:t>Aumento de receita</a:t>
            </a:r>
          </a:p>
        </p:txBody>
      </p:sp>
    </p:spTree>
    <p:extLst>
      <p:ext uri="{BB962C8B-B14F-4D97-AF65-F5344CB8AC3E}">
        <p14:creationId xmlns:p14="http://schemas.microsoft.com/office/powerpoint/2010/main" val="872141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A9BB5D6-42A6-6330-EA6B-F8958EF96377}"/>
              </a:ext>
            </a:extLst>
          </p:cNvPr>
          <p:cNvSpPr/>
          <p:nvPr/>
        </p:nvSpPr>
        <p:spPr>
          <a:xfrm>
            <a:off x="312714" y="101742"/>
            <a:ext cx="11044650" cy="5567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666" b="1" dirty="0">
                <a:solidFill>
                  <a:srgbClr val="294033"/>
                </a:solidFill>
                <a:latin typeface="+mj-lt"/>
              </a:rPr>
              <a:t>Informações complementares obrigatórias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7B4B890-A1FC-5A3D-5740-66D9B2262814}"/>
              </a:ext>
            </a:extLst>
          </p:cNvPr>
          <p:cNvSpPr/>
          <p:nvPr/>
        </p:nvSpPr>
        <p:spPr>
          <a:xfrm>
            <a:off x="417186" y="2328324"/>
            <a:ext cx="3219520" cy="383882"/>
          </a:xfrm>
          <a:prstGeom prst="rect">
            <a:avLst/>
          </a:prstGeom>
          <a:solidFill>
            <a:srgbClr val="29403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latin typeface="Nunito" pitchFamily="2" charset="0"/>
              </a:rPr>
              <a:t>Aplicável a todos os prestadores?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E600FF9-1C82-4686-B15D-86BA28259D54}"/>
              </a:ext>
            </a:extLst>
          </p:cNvPr>
          <p:cNvSpPr/>
          <p:nvPr/>
        </p:nvSpPr>
        <p:spPr>
          <a:xfrm>
            <a:off x="417186" y="1546330"/>
            <a:ext cx="11487867" cy="672215"/>
          </a:xfrm>
          <a:prstGeom prst="rect">
            <a:avLst/>
          </a:prstGeom>
          <a:solidFill>
            <a:srgbClr val="F5F5F5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endParaRPr lang="pt-BR" sz="1300" b="1" dirty="0">
              <a:solidFill>
                <a:schemeClr val="tx1"/>
              </a:solidFill>
              <a:latin typeface="Nunito"/>
            </a:endParaRPr>
          </a:p>
          <a:p>
            <a:r>
              <a:rPr lang="pt-BR" sz="1300" b="1" dirty="0">
                <a:solidFill>
                  <a:schemeClr val="tx1"/>
                </a:solidFill>
                <a:latin typeface="Nunito"/>
              </a:rPr>
              <a:t>Especificar para quais grupos de serviço e serviços a demanda se aplica no arquivo Relatório de Grupos de Serviços + Serviços.xls (em anexo)</a:t>
            </a:r>
            <a:endParaRPr lang="pt-BR" sz="12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811D9BD-441D-2862-BEB7-4C35338DA64C}"/>
              </a:ext>
            </a:extLst>
          </p:cNvPr>
          <p:cNvSpPr/>
          <p:nvPr/>
        </p:nvSpPr>
        <p:spPr>
          <a:xfrm>
            <a:off x="417187" y="679678"/>
            <a:ext cx="2273413" cy="384591"/>
          </a:xfrm>
          <a:prstGeom prst="rect">
            <a:avLst/>
          </a:prstGeom>
          <a:solidFill>
            <a:srgbClr val="1BB3BC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>
                <a:latin typeface="Nunito" pitchFamily="2" charset="0"/>
              </a:rPr>
              <a:t>Diretoria / Área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265A8B0-AD0F-6615-31B7-B237CA0D6B34}"/>
              </a:ext>
            </a:extLst>
          </p:cNvPr>
          <p:cNvSpPr/>
          <p:nvPr/>
        </p:nvSpPr>
        <p:spPr>
          <a:xfrm>
            <a:off x="2753927" y="679678"/>
            <a:ext cx="3375679" cy="384591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45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A9791AF5-CFD9-93B6-D903-D2ACE73A39CC}"/>
              </a:ext>
            </a:extLst>
          </p:cNvPr>
          <p:cNvSpPr/>
          <p:nvPr/>
        </p:nvSpPr>
        <p:spPr>
          <a:xfrm>
            <a:off x="417187" y="1113004"/>
            <a:ext cx="2273413" cy="384591"/>
          </a:xfrm>
          <a:prstGeom prst="rect">
            <a:avLst/>
          </a:prstGeom>
          <a:solidFill>
            <a:srgbClr val="1BB3BC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latin typeface="Nunito" pitchFamily="2" charset="0"/>
              </a:rPr>
              <a:t>Operações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E6AC74CA-A316-B911-4F06-2C8561D4FAD0}"/>
              </a:ext>
            </a:extLst>
          </p:cNvPr>
          <p:cNvSpPr/>
          <p:nvPr/>
        </p:nvSpPr>
        <p:spPr>
          <a:xfrm>
            <a:off x="6194349" y="679676"/>
            <a:ext cx="2273413" cy="384591"/>
          </a:xfrm>
          <a:prstGeom prst="rect">
            <a:avLst/>
          </a:prstGeom>
          <a:solidFill>
            <a:srgbClr val="1BB3BC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>
                <a:latin typeface="Nunito" pitchFamily="2" charset="0"/>
              </a:rPr>
              <a:t>Solicitante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1C9A71E-E8A9-2C49-70A7-09D10703BA79}"/>
              </a:ext>
            </a:extLst>
          </p:cNvPr>
          <p:cNvSpPr/>
          <p:nvPr/>
        </p:nvSpPr>
        <p:spPr>
          <a:xfrm>
            <a:off x="8531090" y="679676"/>
            <a:ext cx="3373964" cy="384591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45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D3F4B808-F66F-004E-DE72-F4956C0778AC}"/>
              </a:ext>
            </a:extLst>
          </p:cNvPr>
          <p:cNvSpPr/>
          <p:nvPr/>
        </p:nvSpPr>
        <p:spPr>
          <a:xfrm>
            <a:off x="2734597" y="1188714"/>
            <a:ext cx="280368" cy="229332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00" b="1" dirty="0">
              <a:solidFill>
                <a:schemeClr val="tx1"/>
              </a:solidFill>
              <a:latin typeface="Nunito" pitchFamily="2" charset="0"/>
            </a:endParaRPr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6872009D-E076-E234-8B28-3753FA0E7EDA}"/>
              </a:ext>
            </a:extLst>
          </p:cNvPr>
          <p:cNvSpPr/>
          <p:nvPr/>
        </p:nvSpPr>
        <p:spPr>
          <a:xfrm>
            <a:off x="2954539" y="1122869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solidFill>
                  <a:schemeClr val="tx1"/>
                </a:solidFill>
                <a:latin typeface="Nunito" pitchFamily="2" charset="0"/>
              </a:rPr>
              <a:t>TODOS</a:t>
            </a: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E597BADE-1B1A-CEA8-5A9C-63C57F73114F}"/>
              </a:ext>
            </a:extLst>
          </p:cNvPr>
          <p:cNvSpPr/>
          <p:nvPr/>
        </p:nvSpPr>
        <p:spPr>
          <a:xfrm>
            <a:off x="426654" y="2789481"/>
            <a:ext cx="220837" cy="229332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33" b="1" dirty="0">
              <a:solidFill>
                <a:srgbClr val="000000"/>
              </a:solidFill>
              <a:latin typeface="Nunito" pitchFamily="2" charset="0"/>
            </a:endParaRP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94722348-566F-D6A4-A9C7-DE8E768A3B9F}"/>
              </a:ext>
            </a:extLst>
          </p:cNvPr>
          <p:cNvSpPr/>
          <p:nvPr/>
        </p:nvSpPr>
        <p:spPr>
          <a:xfrm>
            <a:off x="612306" y="2757176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solidFill>
                  <a:schemeClr val="tx1"/>
                </a:solidFill>
                <a:latin typeface="Nunito" pitchFamily="2" charset="0"/>
              </a:rPr>
              <a:t>Sim</a:t>
            </a: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C59857B5-B81F-89F1-F28D-E19758E9E554}"/>
              </a:ext>
            </a:extLst>
          </p:cNvPr>
          <p:cNvSpPr/>
          <p:nvPr/>
        </p:nvSpPr>
        <p:spPr>
          <a:xfrm>
            <a:off x="426654" y="3112009"/>
            <a:ext cx="220837" cy="229332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33" b="1" dirty="0">
              <a:solidFill>
                <a:srgbClr val="000000"/>
              </a:solidFill>
              <a:latin typeface="Nunito"/>
            </a:endParaRP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F0ACDE92-F655-C04C-17BC-D785D171979E}"/>
              </a:ext>
            </a:extLst>
          </p:cNvPr>
          <p:cNvSpPr/>
          <p:nvPr/>
        </p:nvSpPr>
        <p:spPr>
          <a:xfrm>
            <a:off x="612306" y="3042620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solidFill>
                  <a:schemeClr val="tx1"/>
                </a:solidFill>
                <a:latin typeface="Nunito" pitchFamily="2" charset="0"/>
              </a:rPr>
              <a:t>Não</a:t>
            </a:r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331E3D79-A2DD-2EC4-A956-43F2820A7C7A}"/>
              </a:ext>
            </a:extLst>
          </p:cNvPr>
          <p:cNvSpPr/>
          <p:nvPr/>
        </p:nvSpPr>
        <p:spPr>
          <a:xfrm>
            <a:off x="426654" y="3434537"/>
            <a:ext cx="220837" cy="229332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33" b="1" dirty="0">
              <a:solidFill>
                <a:srgbClr val="000000"/>
              </a:solidFill>
              <a:latin typeface="Nunito" pitchFamily="2" charset="0"/>
            </a:endParaRPr>
          </a:p>
        </p:txBody>
      </p:sp>
      <p:sp>
        <p:nvSpPr>
          <p:cNvPr id="22" name="Rectangle 16">
            <a:extLst>
              <a:ext uri="{FF2B5EF4-FFF2-40B4-BE49-F238E27FC236}">
                <a16:creationId xmlns:a16="http://schemas.microsoft.com/office/drawing/2014/main" id="{000A358B-6DB7-EA02-4AEC-3C94FA558A34}"/>
              </a:ext>
            </a:extLst>
          </p:cNvPr>
          <p:cNvSpPr/>
          <p:nvPr/>
        </p:nvSpPr>
        <p:spPr>
          <a:xfrm>
            <a:off x="612306" y="3373034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solidFill>
                  <a:schemeClr val="tx1"/>
                </a:solidFill>
                <a:latin typeface="Nunito" pitchFamily="2" charset="0"/>
              </a:rPr>
              <a:t>Parcialmente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DFA6418E-32A4-641E-BE54-D17800CC46E3}"/>
              </a:ext>
            </a:extLst>
          </p:cNvPr>
          <p:cNvSpPr/>
          <p:nvPr/>
        </p:nvSpPr>
        <p:spPr>
          <a:xfrm>
            <a:off x="426654" y="3757065"/>
            <a:ext cx="220837" cy="229332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33" b="1" dirty="0">
              <a:solidFill>
                <a:srgbClr val="000000"/>
              </a:solidFill>
              <a:latin typeface="Nunito"/>
            </a:endParaRPr>
          </a:p>
        </p:txBody>
      </p:sp>
      <p:sp>
        <p:nvSpPr>
          <p:cNvPr id="24" name="Rectangle 16">
            <a:extLst>
              <a:ext uri="{FF2B5EF4-FFF2-40B4-BE49-F238E27FC236}">
                <a16:creationId xmlns:a16="http://schemas.microsoft.com/office/drawing/2014/main" id="{A610A1B0-FAE8-40CC-5719-6847F4577FF1}"/>
              </a:ext>
            </a:extLst>
          </p:cNvPr>
          <p:cNvSpPr/>
          <p:nvPr/>
        </p:nvSpPr>
        <p:spPr>
          <a:xfrm>
            <a:off x="612306" y="3703448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solidFill>
                  <a:schemeClr val="tx1"/>
                </a:solidFill>
                <a:latin typeface="Nunito" pitchFamily="2" charset="0"/>
              </a:rPr>
              <a:t>Não se aplica</a:t>
            </a:r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C93690E7-B9EC-D5D6-E397-0CF80B929BFF}"/>
              </a:ext>
            </a:extLst>
          </p:cNvPr>
          <p:cNvSpPr/>
          <p:nvPr/>
        </p:nvSpPr>
        <p:spPr>
          <a:xfrm>
            <a:off x="3742748" y="1201523"/>
            <a:ext cx="280368" cy="229332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00" b="1" dirty="0">
              <a:solidFill>
                <a:schemeClr val="tx1"/>
              </a:solidFill>
              <a:latin typeface="Nunito" pitchFamily="2" charset="0"/>
            </a:endParaRPr>
          </a:p>
        </p:txBody>
      </p:sp>
      <p:sp>
        <p:nvSpPr>
          <p:cNvPr id="26" name="Rectangle 16">
            <a:extLst>
              <a:ext uri="{FF2B5EF4-FFF2-40B4-BE49-F238E27FC236}">
                <a16:creationId xmlns:a16="http://schemas.microsoft.com/office/drawing/2014/main" id="{EC80AC1E-A987-E19E-6A6A-7347A0149ED8}"/>
              </a:ext>
            </a:extLst>
          </p:cNvPr>
          <p:cNvSpPr/>
          <p:nvPr/>
        </p:nvSpPr>
        <p:spPr>
          <a:xfrm>
            <a:off x="3928400" y="1124248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solidFill>
                  <a:schemeClr val="tx1"/>
                </a:solidFill>
                <a:latin typeface="Nunito" pitchFamily="2" charset="0"/>
              </a:rPr>
              <a:t> GETNET</a:t>
            </a:r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9F392B94-00CF-E569-201A-49D2CCEEF239}"/>
              </a:ext>
            </a:extLst>
          </p:cNvPr>
          <p:cNvSpPr/>
          <p:nvPr/>
        </p:nvSpPr>
        <p:spPr>
          <a:xfrm>
            <a:off x="4958357" y="2343560"/>
            <a:ext cx="3219520" cy="383882"/>
          </a:xfrm>
          <a:prstGeom prst="rect">
            <a:avLst/>
          </a:prstGeom>
          <a:solidFill>
            <a:srgbClr val="29403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latin typeface="Nunito" pitchFamily="2" charset="0"/>
              </a:rPr>
              <a:t>Abrangência Nacional</a:t>
            </a:r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AE35DD48-0571-774E-9A76-7E65A8622A44}"/>
              </a:ext>
            </a:extLst>
          </p:cNvPr>
          <p:cNvSpPr/>
          <p:nvPr/>
        </p:nvSpPr>
        <p:spPr>
          <a:xfrm>
            <a:off x="4967825" y="2804717"/>
            <a:ext cx="220837" cy="229332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33" b="1" dirty="0">
              <a:solidFill>
                <a:srgbClr val="000000"/>
              </a:solidFill>
              <a:latin typeface="Nunito" pitchFamily="2" charset="0"/>
            </a:endParaRPr>
          </a:p>
        </p:txBody>
      </p:sp>
      <p:sp>
        <p:nvSpPr>
          <p:cNvPr id="37" name="Rectangle 16">
            <a:extLst>
              <a:ext uri="{FF2B5EF4-FFF2-40B4-BE49-F238E27FC236}">
                <a16:creationId xmlns:a16="http://schemas.microsoft.com/office/drawing/2014/main" id="{0DF63130-CAC4-E3B6-C42E-038020CCDA76}"/>
              </a:ext>
            </a:extLst>
          </p:cNvPr>
          <p:cNvSpPr/>
          <p:nvPr/>
        </p:nvSpPr>
        <p:spPr>
          <a:xfrm>
            <a:off x="5153477" y="2742429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solidFill>
                  <a:schemeClr val="tx1"/>
                </a:solidFill>
                <a:latin typeface="Nunito" pitchFamily="2" charset="0"/>
              </a:rPr>
              <a:t>Sim</a:t>
            </a:r>
          </a:p>
        </p:txBody>
      </p:sp>
      <p:sp>
        <p:nvSpPr>
          <p:cNvPr id="38" name="Rectangle 15">
            <a:extLst>
              <a:ext uri="{FF2B5EF4-FFF2-40B4-BE49-F238E27FC236}">
                <a16:creationId xmlns:a16="http://schemas.microsoft.com/office/drawing/2014/main" id="{714C134F-3258-3BEB-B0EE-77B057872C55}"/>
              </a:ext>
            </a:extLst>
          </p:cNvPr>
          <p:cNvSpPr/>
          <p:nvPr/>
        </p:nvSpPr>
        <p:spPr>
          <a:xfrm>
            <a:off x="4967825" y="3127245"/>
            <a:ext cx="220837" cy="229332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33" b="1" dirty="0">
              <a:solidFill>
                <a:srgbClr val="000000"/>
              </a:solidFill>
              <a:latin typeface="Nunito"/>
            </a:endParaRPr>
          </a:p>
        </p:txBody>
      </p:sp>
      <p:sp>
        <p:nvSpPr>
          <p:cNvPr id="39" name="Rectangle 16">
            <a:extLst>
              <a:ext uri="{FF2B5EF4-FFF2-40B4-BE49-F238E27FC236}">
                <a16:creationId xmlns:a16="http://schemas.microsoft.com/office/drawing/2014/main" id="{44C26B91-41FF-D806-667D-CDEC2940E61C}"/>
              </a:ext>
            </a:extLst>
          </p:cNvPr>
          <p:cNvSpPr/>
          <p:nvPr/>
        </p:nvSpPr>
        <p:spPr>
          <a:xfrm>
            <a:off x="5153477" y="3072843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solidFill>
                  <a:schemeClr val="tx1"/>
                </a:solidFill>
                <a:latin typeface="Nunito" pitchFamily="2" charset="0"/>
              </a:rPr>
              <a:t>Não</a:t>
            </a:r>
          </a:p>
        </p:txBody>
      </p:sp>
      <p:sp>
        <p:nvSpPr>
          <p:cNvPr id="40" name="Rectangle 15">
            <a:extLst>
              <a:ext uri="{FF2B5EF4-FFF2-40B4-BE49-F238E27FC236}">
                <a16:creationId xmlns:a16="http://schemas.microsoft.com/office/drawing/2014/main" id="{7CC83C36-E684-1E7F-13C1-725AB7381D74}"/>
              </a:ext>
            </a:extLst>
          </p:cNvPr>
          <p:cNvSpPr/>
          <p:nvPr/>
        </p:nvSpPr>
        <p:spPr>
          <a:xfrm>
            <a:off x="4967825" y="3449773"/>
            <a:ext cx="220837" cy="229332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33" b="1" dirty="0">
              <a:solidFill>
                <a:srgbClr val="000000"/>
              </a:solidFill>
              <a:latin typeface="Nunito" pitchFamily="2" charset="0"/>
            </a:endParaRPr>
          </a:p>
        </p:txBody>
      </p:sp>
      <p:sp>
        <p:nvSpPr>
          <p:cNvPr id="41" name="Rectangle 16">
            <a:extLst>
              <a:ext uri="{FF2B5EF4-FFF2-40B4-BE49-F238E27FC236}">
                <a16:creationId xmlns:a16="http://schemas.microsoft.com/office/drawing/2014/main" id="{E3942065-B69D-D838-0CF4-03FC28B8A0F8}"/>
              </a:ext>
            </a:extLst>
          </p:cNvPr>
          <p:cNvSpPr/>
          <p:nvPr/>
        </p:nvSpPr>
        <p:spPr>
          <a:xfrm>
            <a:off x="5153477" y="3403257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solidFill>
                  <a:schemeClr val="tx1"/>
                </a:solidFill>
                <a:latin typeface="Nunito" pitchFamily="2" charset="0"/>
              </a:rPr>
              <a:t>Parcialmente</a:t>
            </a:r>
          </a:p>
        </p:txBody>
      </p:sp>
      <p:sp>
        <p:nvSpPr>
          <p:cNvPr id="42" name="Rectangle 15">
            <a:extLst>
              <a:ext uri="{FF2B5EF4-FFF2-40B4-BE49-F238E27FC236}">
                <a16:creationId xmlns:a16="http://schemas.microsoft.com/office/drawing/2014/main" id="{CB58FA6A-9034-874D-5E21-31FFB30EC90E}"/>
              </a:ext>
            </a:extLst>
          </p:cNvPr>
          <p:cNvSpPr/>
          <p:nvPr/>
        </p:nvSpPr>
        <p:spPr>
          <a:xfrm>
            <a:off x="4967825" y="3772301"/>
            <a:ext cx="220837" cy="229332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33" b="1" dirty="0">
              <a:solidFill>
                <a:srgbClr val="000000"/>
              </a:solidFill>
              <a:latin typeface="Nunito"/>
            </a:endParaRPr>
          </a:p>
        </p:txBody>
      </p:sp>
      <p:sp>
        <p:nvSpPr>
          <p:cNvPr id="43" name="Rectangle 16">
            <a:extLst>
              <a:ext uri="{FF2B5EF4-FFF2-40B4-BE49-F238E27FC236}">
                <a16:creationId xmlns:a16="http://schemas.microsoft.com/office/drawing/2014/main" id="{90163814-5AD7-8279-8CD1-BE74B5835196}"/>
              </a:ext>
            </a:extLst>
          </p:cNvPr>
          <p:cNvSpPr/>
          <p:nvPr/>
        </p:nvSpPr>
        <p:spPr>
          <a:xfrm>
            <a:off x="5153477" y="3733671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solidFill>
                  <a:schemeClr val="tx1"/>
                </a:solidFill>
                <a:latin typeface="Nunito" pitchFamily="2" charset="0"/>
              </a:rPr>
              <a:t>Não se aplica</a:t>
            </a:r>
          </a:p>
        </p:txBody>
      </p:sp>
      <p:sp>
        <p:nvSpPr>
          <p:cNvPr id="44" name="Rectangle 18">
            <a:extLst>
              <a:ext uri="{FF2B5EF4-FFF2-40B4-BE49-F238E27FC236}">
                <a16:creationId xmlns:a16="http://schemas.microsoft.com/office/drawing/2014/main" id="{BA37FAC7-9324-8A73-2335-B59F81396AE8}"/>
              </a:ext>
            </a:extLst>
          </p:cNvPr>
          <p:cNvSpPr/>
          <p:nvPr/>
        </p:nvSpPr>
        <p:spPr>
          <a:xfrm>
            <a:off x="387206" y="4184772"/>
            <a:ext cx="11487867" cy="2535353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  <a:p>
            <a:pPr algn="ctr"/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  <a:p>
            <a:pPr algn="ctr"/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  <a:p>
            <a:pPr algn="ctr"/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  <a:p>
            <a:pPr algn="ctr"/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  <a:p>
            <a:pPr algn="ctr"/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  <a:p>
            <a:pPr algn="ctr"/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  <a:p>
            <a:pPr algn="ctr"/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  <a:p>
            <a:pPr algn="ctr"/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  <a:p>
            <a:pPr algn="ctr"/>
            <a:endParaRPr lang="pt-BR" sz="1333" b="1" dirty="0">
              <a:solidFill>
                <a:schemeClr val="tx1"/>
              </a:solidFill>
              <a:latin typeface="Nunito" pitchFamily="2" charset="0"/>
            </a:endParaRPr>
          </a:p>
        </p:txBody>
      </p:sp>
      <p:sp>
        <p:nvSpPr>
          <p:cNvPr id="45" name="Rectangle 17">
            <a:extLst>
              <a:ext uri="{FF2B5EF4-FFF2-40B4-BE49-F238E27FC236}">
                <a16:creationId xmlns:a16="http://schemas.microsoft.com/office/drawing/2014/main" id="{FCBB061D-D0A0-814F-ACFD-D18991F9FAF4}"/>
              </a:ext>
            </a:extLst>
          </p:cNvPr>
          <p:cNvSpPr/>
          <p:nvPr/>
        </p:nvSpPr>
        <p:spPr>
          <a:xfrm>
            <a:off x="582327" y="4394803"/>
            <a:ext cx="11110000" cy="2151990"/>
          </a:xfrm>
          <a:prstGeom prst="rect">
            <a:avLst/>
          </a:prstGeom>
          <a:solidFill>
            <a:srgbClr val="1BB3BC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Exceções conhecidas que devem ser consideradas:</a:t>
            </a:r>
            <a:br>
              <a:rPr lang="pt-BR" sz="1300" b="1" dirty="0">
                <a:solidFill>
                  <a:schemeClr val="bg1"/>
                </a:solidFill>
                <a:latin typeface="Nunito"/>
              </a:rPr>
            </a:br>
            <a:endParaRPr lang="pt-BR" sz="1300" b="1" dirty="0">
              <a:solidFill>
                <a:schemeClr val="bg1"/>
              </a:solidFill>
              <a:latin typeface="Nunito"/>
            </a:endParaRPr>
          </a:p>
          <a:p>
            <a:pPr marL="171450" indent="-171450" algn="ctr">
              <a:buFont typeface="Arial"/>
              <a:buChar char="•"/>
            </a:pPr>
            <a:endParaRPr lang="pt-BR" sz="1100" b="1" dirty="0">
              <a:latin typeface="Nunito"/>
            </a:endParaRPr>
          </a:p>
        </p:txBody>
      </p:sp>
      <p:sp>
        <p:nvSpPr>
          <p:cNvPr id="56" name="Rectangle 15">
            <a:extLst>
              <a:ext uri="{FF2B5EF4-FFF2-40B4-BE49-F238E27FC236}">
                <a16:creationId xmlns:a16="http://schemas.microsoft.com/office/drawing/2014/main" id="{30890972-0505-CB99-AA4C-DFE6A7CD59C4}"/>
              </a:ext>
            </a:extLst>
          </p:cNvPr>
          <p:cNvSpPr/>
          <p:nvPr/>
        </p:nvSpPr>
        <p:spPr>
          <a:xfrm>
            <a:off x="4871247" y="1205386"/>
            <a:ext cx="280368" cy="229332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00" b="1" dirty="0">
              <a:solidFill>
                <a:schemeClr val="tx1"/>
              </a:solidFill>
              <a:latin typeface="Nunito" pitchFamily="2" charset="0"/>
            </a:endParaRPr>
          </a:p>
        </p:txBody>
      </p:sp>
      <p:sp>
        <p:nvSpPr>
          <p:cNvPr id="57" name="Rectangle 16">
            <a:extLst>
              <a:ext uri="{FF2B5EF4-FFF2-40B4-BE49-F238E27FC236}">
                <a16:creationId xmlns:a16="http://schemas.microsoft.com/office/drawing/2014/main" id="{218D0DD6-EDD6-192C-229C-A70AE1B1931E}"/>
              </a:ext>
            </a:extLst>
          </p:cNvPr>
          <p:cNvSpPr/>
          <p:nvPr/>
        </p:nvSpPr>
        <p:spPr>
          <a:xfrm>
            <a:off x="5056899" y="1128111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solidFill>
                  <a:schemeClr val="tx1"/>
                </a:solidFill>
                <a:latin typeface="Nunito" pitchFamily="2" charset="0"/>
              </a:rPr>
              <a:t> PUNTO</a:t>
            </a:r>
          </a:p>
        </p:txBody>
      </p:sp>
      <p:sp>
        <p:nvSpPr>
          <p:cNvPr id="58" name="Rectangle 15">
            <a:extLst>
              <a:ext uri="{FF2B5EF4-FFF2-40B4-BE49-F238E27FC236}">
                <a16:creationId xmlns:a16="http://schemas.microsoft.com/office/drawing/2014/main" id="{D51D94C5-230F-BF93-2024-641B214FBCE2}"/>
              </a:ext>
            </a:extLst>
          </p:cNvPr>
          <p:cNvSpPr/>
          <p:nvPr/>
        </p:nvSpPr>
        <p:spPr>
          <a:xfrm>
            <a:off x="5962129" y="1185239"/>
            <a:ext cx="280368" cy="229332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00" b="1" dirty="0">
              <a:solidFill>
                <a:schemeClr val="tx1"/>
              </a:solidFill>
              <a:latin typeface="Nunito" pitchFamily="2" charset="0"/>
            </a:endParaRPr>
          </a:p>
        </p:txBody>
      </p:sp>
      <p:sp>
        <p:nvSpPr>
          <p:cNvPr id="59" name="Rectangle 16">
            <a:extLst>
              <a:ext uri="{FF2B5EF4-FFF2-40B4-BE49-F238E27FC236}">
                <a16:creationId xmlns:a16="http://schemas.microsoft.com/office/drawing/2014/main" id="{82E63FE4-7D5C-FEF8-194D-B5F7ECD6261D}"/>
              </a:ext>
            </a:extLst>
          </p:cNvPr>
          <p:cNvSpPr/>
          <p:nvPr/>
        </p:nvSpPr>
        <p:spPr>
          <a:xfrm>
            <a:off x="6147781" y="1107964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solidFill>
                  <a:schemeClr val="tx1"/>
                </a:solidFill>
                <a:latin typeface="Nunito" pitchFamily="2" charset="0"/>
              </a:rPr>
              <a:t> SIMPRESS</a:t>
            </a:r>
          </a:p>
        </p:txBody>
      </p:sp>
      <p:sp>
        <p:nvSpPr>
          <p:cNvPr id="60" name="Rectangle 15">
            <a:extLst>
              <a:ext uri="{FF2B5EF4-FFF2-40B4-BE49-F238E27FC236}">
                <a16:creationId xmlns:a16="http://schemas.microsoft.com/office/drawing/2014/main" id="{CC2131FC-A44E-CA8D-7CF4-9A75745F7CDD}"/>
              </a:ext>
            </a:extLst>
          </p:cNvPr>
          <p:cNvSpPr/>
          <p:nvPr/>
        </p:nvSpPr>
        <p:spPr>
          <a:xfrm>
            <a:off x="7270181" y="1178652"/>
            <a:ext cx="280368" cy="229332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00" b="1" dirty="0">
              <a:solidFill>
                <a:schemeClr val="tx1"/>
              </a:solidFill>
              <a:latin typeface="Nunito" pitchFamily="2" charset="0"/>
            </a:endParaRPr>
          </a:p>
        </p:txBody>
      </p:sp>
      <p:sp>
        <p:nvSpPr>
          <p:cNvPr id="61" name="Rectangle 16">
            <a:extLst>
              <a:ext uri="{FF2B5EF4-FFF2-40B4-BE49-F238E27FC236}">
                <a16:creationId xmlns:a16="http://schemas.microsoft.com/office/drawing/2014/main" id="{5BE52261-AAD0-5855-0F69-139544852B21}"/>
              </a:ext>
            </a:extLst>
          </p:cNvPr>
          <p:cNvSpPr/>
          <p:nvPr/>
        </p:nvSpPr>
        <p:spPr>
          <a:xfrm>
            <a:off x="7455833" y="1101377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solidFill>
                  <a:schemeClr val="tx1"/>
                </a:solidFill>
                <a:latin typeface="Nunito" pitchFamily="2" charset="0"/>
              </a:rPr>
              <a:t> ZIGPAY</a:t>
            </a:r>
          </a:p>
        </p:txBody>
      </p:sp>
      <p:sp>
        <p:nvSpPr>
          <p:cNvPr id="62" name="Rectangle 15">
            <a:extLst>
              <a:ext uri="{FF2B5EF4-FFF2-40B4-BE49-F238E27FC236}">
                <a16:creationId xmlns:a16="http://schemas.microsoft.com/office/drawing/2014/main" id="{F6D24EC6-8A2A-1A1F-1EBE-AE39AF867A63}"/>
              </a:ext>
            </a:extLst>
          </p:cNvPr>
          <p:cNvSpPr/>
          <p:nvPr/>
        </p:nvSpPr>
        <p:spPr>
          <a:xfrm>
            <a:off x="8382251" y="1182515"/>
            <a:ext cx="280368" cy="229332"/>
          </a:xfrm>
          <a:prstGeom prst="rect">
            <a:avLst/>
          </a:prstGeom>
          <a:solidFill>
            <a:srgbClr val="D8EEF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pt-BR" sz="1300" b="1" dirty="0">
              <a:solidFill>
                <a:schemeClr val="tx1"/>
              </a:solidFill>
              <a:latin typeface="Nunito" pitchFamily="2" charset="0"/>
            </a:endParaRPr>
          </a:p>
        </p:txBody>
      </p:sp>
      <p:sp>
        <p:nvSpPr>
          <p:cNvPr id="63" name="Rectangle 16">
            <a:extLst>
              <a:ext uri="{FF2B5EF4-FFF2-40B4-BE49-F238E27FC236}">
                <a16:creationId xmlns:a16="http://schemas.microsoft.com/office/drawing/2014/main" id="{F01E9581-515A-B9E6-701D-03DF6998A138}"/>
              </a:ext>
            </a:extLst>
          </p:cNvPr>
          <p:cNvSpPr/>
          <p:nvPr/>
        </p:nvSpPr>
        <p:spPr>
          <a:xfrm>
            <a:off x="8567903" y="1105240"/>
            <a:ext cx="3358963" cy="38388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333" b="1" dirty="0">
                <a:solidFill>
                  <a:schemeClr val="tx1"/>
                </a:solidFill>
                <a:latin typeface="Nunito" pitchFamily="2" charset="0"/>
              </a:rPr>
              <a:t> OUTRO</a:t>
            </a:r>
          </a:p>
        </p:txBody>
      </p:sp>
    </p:spTree>
    <p:extLst>
      <p:ext uri="{BB962C8B-B14F-4D97-AF65-F5344CB8AC3E}">
        <p14:creationId xmlns:p14="http://schemas.microsoft.com/office/powerpoint/2010/main" val="28738482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GetNet">
      <a:dk1>
        <a:sysClr val="windowText" lastClr="000000"/>
      </a:dk1>
      <a:lt1>
        <a:srgbClr val="FFFFFF"/>
      </a:lt1>
      <a:dk2>
        <a:srgbClr val="595959"/>
      </a:dk2>
      <a:lt2>
        <a:srgbClr val="E7E6E6"/>
      </a:lt2>
      <a:accent1>
        <a:srgbClr val="EC0000"/>
      </a:accent1>
      <a:accent2>
        <a:srgbClr val="BCDAE4"/>
      </a:accent2>
      <a:accent3>
        <a:srgbClr val="DEEDF2"/>
      </a:accent3>
      <a:accent4>
        <a:srgbClr val="63BA68"/>
      </a:accent4>
      <a:accent5>
        <a:srgbClr val="990000"/>
      </a:accent5>
      <a:accent6>
        <a:srgbClr val="FFCC33"/>
      </a:accent6>
      <a:hlink>
        <a:srgbClr val="9E3667"/>
      </a:hlink>
      <a:folHlink>
        <a:srgbClr val="9E3667"/>
      </a:folHlink>
    </a:clrScheme>
    <a:fontScheme name="Santander">
      <a:majorFont>
        <a:latin typeface="Santander Text"/>
        <a:ea typeface=""/>
        <a:cs typeface=""/>
      </a:majorFont>
      <a:minorFont>
        <a:latin typeface="Santander T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GetAtende_2025" id="{2F0AF7E1-01D9-684A-A736-E8972CB5CA4E}" vid="{26C28BA8-5DA4-1543-B8A6-87CCBBB1FA49}"/>
    </a:ext>
  </a:extLst>
</a:theme>
</file>

<file path=ppt/theme/theme2.xml><?xml version="1.0" encoding="utf-8"?>
<a:theme xmlns:a="http://schemas.openxmlformats.org/drawingml/2006/main" name="1_Tema de Office">
  <a:themeElements>
    <a:clrScheme name="GetNet">
      <a:dk1>
        <a:sysClr val="windowText" lastClr="000000"/>
      </a:dk1>
      <a:lt1>
        <a:srgbClr val="FFFFFF"/>
      </a:lt1>
      <a:dk2>
        <a:srgbClr val="595959"/>
      </a:dk2>
      <a:lt2>
        <a:srgbClr val="E7E6E6"/>
      </a:lt2>
      <a:accent1>
        <a:srgbClr val="EC0000"/>
      </a:accent1>
      <a:accent2>
        <a:srgbClr val="BCDAE4"/>
      </a:accent2>
      <a:accent3>
        <a:srgbClr val="DEEDF2"/>
      </a:accent3>
      <a:accent4>
        <a:srgbClr val="63BA68"/>
      </a:accent4>
      <a:accent5>
        <a:srgbClr val="990000"/>
      </a:accent5>
      <a:accent6>
        <a:srgbClr val="FFCC33"/>
      </a:accent6>
      <a:hlink>
        <a:srgbClr val="9E3667"/>
      </a:hlink>
      <a:folHlink>
        <a:srgbClr val="9E3667"/>
      </a:folHlink>
    </a:clrScheme>
    <a:fontScheme name="Santander">
      <a:majorFont>
        <a:latin typeface="Santander Text"/>
        <a:ea typeface=""/>
        <a:cs typeface=""/>
      </a:majorFont>
      <a:minorFont>
        <a:latin typeface="Santander T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E3E4E6E62F0A44D9090BD573A8C1F8C" ma:contentTypeVersion="23" ma:contentTypeDescription="Crie um novo documento." ma:contentTypeScope="" ma:versionID="3ee62e52d22026755c524d4e0e2f12a0">
  <xsd:schema xmlns:xsd="http://www.w3.org/2001/XMLSchema" xmlns:xs="http://www.w3.org/2001/XMLSchema" xmlns:p="http://schemas.microsoft.com/office/2006/metadata/properties" xmlns:ns1="http://schemas.microsoft.com/sharepoint/v3" xmlns:ns2="798ca1fc-f825-4314-8d83-8fd4518c01ba" xmlns:ns3="368331f4-7994-4aad-84de-6754c05206a1" targetNamespace="http://schemas.microsoft.com/office/2006/metadata/properties" ma:root="true" ma:fieldsID="4a8f4988e70321406df6833ab031ebab" ns1:_="" ns2:_="" ns3:_="">
    <xsd:import namespace="http://schemas.microsoft.com/sharepoint/v3"/>
    <xsd:import namespace="798ca1fc-f825-4314-8d83-8fd4518c01ba"/>
    <xsd:import namespace="368331f4-7994-4aad-84de-6754c05206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8ca1fc-f825-4314-8d83-8fd4518c01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Marcações de imagem" ma:readOnly="false" ma:fieldId="{5cf76f15-5ced-4ddc-b409-7134ff3c332f}" ma:taxonomyMulti="true" ma:sspId="5f10b1d1-42b3-4de4-bbf5-c736b62f110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331f4-7994-4aad-84de-6754c05206a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90daabf0-de2e-4329-9727-7a352f5ebe74}" ma:internalName="TaxCatchAll" ma:showField="CatchAllData" ma:web="368331f4-7994-4aad-84de-6754c05206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368331f4-7994-4aad-84de-6754c05206a1" xsi:nil="true"/>
    <lcf76f155ced4ddcb4097134ff3c332f xmlns="798ca1fc-f825-4314-8d83-8fd4518c01b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5611A6-07E0-47AD-B329-D9D0FB5B69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98ca1fc-f825-4314-8d83-8fd4518c01ba"/>
    <ds:schemaRef ds:uri="368331f4-7994-4aad-84de-6754c05206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F2CB195-F0F6-4063-8043-665F89118C51}">
  <ds:schemaRefs>
    <ds:schemaRef ds:uri="http://schemas.openxmlformats.org/package/2006/metadata/core-properties"/>
    <ds:schemaRef ds:uri="31013da8-747d-49b5-9af0-03e41a79c882"/>
    <ds:schemaRef ds:uri="http://purl.org/dc/terms/"/>
    <ds:schemaRef ds:uri="http://schemas.microsoft.com/office/2006/metadata/properties"/>
    <ds:schemaRef ds:uri="http://schemas.microsoft.com/office/2006/documentManagement/types"/>
    <ds:schemaRef ds:uri="25413839-65a6-48ae-9e2d-93aef2d31d0e"/>
    <ds:schemaRef ds:uri="http://purl.org/dc/dcmitype/"/>
    <ds:schemaRef ds:uri="http://www.w3.org/XML/1998/namespace"/>
    <ds:schemaRef ds:uri="http://schemas.microsoft.com/office/infopath/2007/PartnerControls"/>
    <ds:schemaRef ds:uri="http://schemas.microsoft.com/sharepoint/v3"/>
    <ds:schemaRef ds:uri="http://purl.org/dc/elements/1.1/"/>
    <ds:schemaRef ds:uri="368331f4-7994-4aad-84de-6754c05206a1"/>
    <ds:schemaRef ds:uri="798ca1fc-f825-4314-8d83-8fd4518c01ba"/>
  </ds:schemaRefs>
</ds:datastoreItem>
</file>

<file path=customXml/itemProps3.xml><?xml version="1.0" encoding="utf-8"?>
<ds:datastoreItem xmlns:ds="http://schemas.openxmlformats.org/officeDocument/2006/customXml" ds:itemID="{8723F44C-F6DD-4D66-8461-3248981EE8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1308</TotalTime>
  <Words>136</Words>
  <Application>Microsoft Office PowerPoint</Application>
  <PresentationFormat>Widescreen</PresentationFormat>
  <Paragraphs>68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</vt:i4>
      </vt:variant>
    </vt:vector>
  </HeadingPairs>
  <TitlesOfParts>
    <vt:vector size="15" baseType="lpstr">
      <vt:lpstr>Aptos</vt:lpstr>
      <vt:lpstr>Arial</vt:lpstr>
      <vt:lpstr>Calibri</vt:lpstr>
      <vt:lpstr>Corbel</vt:lpstr>
      <vt:lpstr>Nunito</vt:lpstr>
      <vt:lpstr>Santander Headline</vt:lpstr>
      <vt:lpstr>Santander Micro Text</vt:lpstr>
      <vt:lpstr>Santander Micro Text Light</vt:lpstr>
      <vt:lpstr>Santander Text</vt:lpstr>
      <vt:lpstr>Santander Text Light</vt:lpstr>
      <vt:lpstr>Segoe UI</vt:lpstr>
      <vt:lpstr>Tema de Office</vt:lpstr>
      <vt:lpstr>1_Tema de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Bueno Camila Fernandes Do Prado</dc:creator>
  <cp:lastModifiedBy>Alan Oliveira | ALYA</cp:lastModifiedBy>
  <cp:revision>5</cp:revision>
  <dcterms:created xsi:type="dcterms:W3CDTF">2025-03-14T20:02:52Z</dcterms:created>
  <dcterms:modified xsi:type="dcterms:W3CDTF">2026-09-23T21:31:33Z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0x0101002E3E4E6E62F0A44D9090BD573A8C1F8C</vt:lpwstr>
  </property>
  <property fmtid="{D5CDD505-2E9C-101B-9397-08002B2CF9AE}" pid="3" name="MSIP_Label_296483e5-34af-492f-bb2a-58275fcbb26e_Enabled">
    <vt:lpwstr>true</vt:lpwstr>
  </property>
  <property fmtid="{D5CDD505-2E9C-101B-9397-08002B2CF9AE}" pid="4" name="MSIP_Label_296483e5-34af-492f-bb2a-58275fcbb26e_SetDate">
    <vt:lpwstr>2024-06-07T19:52:04Z</vt:lpwstr>
  </property>
  <property fmtid="{D5CDD505-2E9C-101B-9397-08002B2CF9AE}" pid="5" name="MSIP_Label_296483e5-34af-492f-bb2a-58275fcbb26e_Method">
    <vt:lpwstr>Privileged</vt:lpwstr>
  </property>
  <property fmtid="{D5CDD505-2E9C-101B-9397-08002B2CF9AE}" pid="6" name="MSIP_Label_296483e5-34af-492f-bb2a-58275fcbb26e_Name">
    <vt:lpwstr>Uso Interno</vt:lpwstr>
  </property>
  <property fmtid="{D5CDD505-2E9C-101B-9397-08002B2CF9AE}" pid="7" name="MSIP_Label_296483e5-34af-492f-bb2a-58275fcbb26e_SiteId">
    <vt:lpwstr>58201163-08a8-4385-aac7-2fcb6ec95c20</vt:lpwstr>
  </property>
  <property fmtid="{D5CDD505-2E9C-101B-9397-08002B2CF9AE}" pid="8" name="MSIP_Label_296483e5-34af-492f-bb2a-58275fcbb26e_ActionId">
    <vt:lpwstr>f5823589-b297-42a6-8547-99392f989e54</vt:lpwstr>
  </property>
  <property fmtid="{D5CDD505-2E9C-101B-9397-08002B2CF9AE}" pid="9" name="MSIP_Label_296483e5-34af-492f-bb2a-58275fcbb26e_ContentBits">
    <vt:lpwstr>2</vt:lpwstr>
  </property>
  <property fmtid="{D5CDD505-2E9C-101B-9397-08002B2CF9AE}" pid="10" name="MediaServiceImageTags">
    <vt:lpwstr/>
  </property>
  <property fmtid="{D5CDD505-2E9C-101B-9397-08002B2CF9AE}" pid="11" name="MSIP_Label_0c2abd79-57a9-4473-8700-c843f76a1e37_Enabled">
    <vt:lpwstr>true</vt:lpwstr>
  </property>
  <property fmtid="{D5CDD505-2E9C-101B-9397-08002B2CF9AE}" pid="12" name="MSIP_Label_0c2abd79-57a9-4473-8700-c843f76a1e37_SetDate">
    <vt:lpwstr>2025-03-17T14:57:58Z</vt:lpwstr>
  </property>
  <property fmtid="{D5CDD505-2E9C-101B-9397-08002B2CF9AE}" pid="13" name="MSIP_Label_0c2abd79-57a9-4473-8700-c843f76a1e37_Method">
    <vt:lpwstr>Privileged</vt:lpwstr>
  </property>
  <property fmtid="{D5CDD505-2E9C-101B-9397-08002B2CF9AE}" pid="14" name="MSIP_Label_0c2abd79-57a9-4473-8700-c843f76a1e37_Name">
    <vt:lpwstr>Internal</vt:lpwstr>
  </property>
  <property fmtid="{D5CDD505-2E9C-101B-9397-08002B2CF9AE}" pid="15" name="MSIP_Label_0c2abd79-57a9-4473-8700-c843f76a1e37_SiteId">
    <vt:lpwstr>35595a02-4d6d-44ac-99e1-f9ab4cd872db</vt:lpwstr>
  </property>
  <property fmtid="{D5CDD505-2E9C-101B-9397-08002B2CF9AE}" pid="16" name="MSIP_Label_0c2abd79-57a9-4473-8700-c843f76a1e37_ActionId">
    <vt:lpwstr>da6ec0c0-a457-4e43-bf52-3f655aa30584</vt:lpwstr>
  </property>
  <property fmtid="{D5CDD505-2E9C-101B-9397-08002B2CF9AE}" pid="17" name="MSIP_Label_0c2abd79-57a9-4473-8700-c843f76a1e37_ContentBits">
    <vt:lpwstr>0</vt:lpwstr>
  </property>
  <property fmtid="{D5CDD505-2E9C-101B-9397-08002B2CF9AE}" pid="18" name="MSIP_Label_0c2abd79-57a9-4473-8700-c843f76a1e37_Tag">
    <vt:lpwstr>50, 0, 1, 1</vt:lpwstr>
  </property>
  <property fmtid="{D5CDD505-2E9C-101B-9397-08002B2CF9AE}" pid="19" name="MSIP_Label_fee1db44-52f5-4048-b08d-a4fb60cdb030_Enabled">
    <vt:lpwstr>true</vt:lpwstr>
  </property>
  <property fmtid="{D5CDD505-2E9C-101B-9397-08002B2CF9AE}" pid="20" name="MSIP_Label_fee1db44-52f5-4048-b08d-a4fb60cdb030_SetDate">
    <vt:lpwstr>2025-06-18T14:30:05Z</vt:lpwstr>
  </property>
  <property fmtid="{D5CDD505-2E9C-101B-9397-08002B2CF9AE}" pid="21" name="MSIP_Label_fee1db44-52f5-4048-b08d-a4fb60cdb030_Method">
    <vt:lpwstr>Privileged</vt:lpwstr>
  </property>
  <property fmtid="{D5CDD505-2E9C-101B-9397-08002B2CF9AE}" pid="22" name="MSIP_Label_fee1db44-52f5-4048-b08d-a4fb60cdb030_Name">
    <vt:lpwstr>Publico</vt:lpwstr>
  </property>
  <property fmtid="{D5CDD505-2E9C-101B-9397-08002B2CF9AE}" pid="23" name="MSIP_Label_fee1db44-52f5-4048-b08d-a4fb60cdb030_SiteId">
    <vt:lpwstr>e5f40a80-024e-4c35-95a6-53b198d83766</vt:lpwstr>
  </property>
  <property fmtid="{D5CDD505-2E9C-101B-9397-08002B2CF9AE}" pid="24" name="MSIP_Label_fee1db44-52f5-4048-b08d-a4fb60cdb030_ActionId">
    <vt:lpwstr>9212acd2-82ab-4024-b4c0-01a29a74e576</vt:lpwstr>
  </property>
  <property fmtid="{D5CDD505-2E9C-101B-9397-08002B2CF9AE}" pid="25" name="MSIP_Label_fee1db44-52f5-4048-b08d-a4fb60cdb030_ContentBits">
    <vt:lpwstr>2</vt:lpwstr>
  </property>
  <property fmtid="{D5CDD505-2E9C-101B-9397-08002B2CF9AE}" pid="26" name="MSIP_Label_fee1db44-52f5-4048-b08d-a4fb60cdb030_Tag">
    <vt:lpwstr>10, 0, 1, 1</vt:lpwstr>
  </property>
  <property fmtid="{D5CDD505-2E9C-101B-9397-08002B2CF9AE}" pid="27" name="ClassificationContentMarkingFooterLocations">
    <vt:lpwstr>Tema de Office:3\1_Tema de Office:3</vt:lpwstr>
  </property>
  <property fmtid="{D5CDD505-2E9C-101B-9397-08002B2CF9AE}" pid="28" name="ClassificationContentMarkingFooterText">
    <vt:lpwstr>Publico</vt:lpwstr>
  </property>
</Properties>
</file>